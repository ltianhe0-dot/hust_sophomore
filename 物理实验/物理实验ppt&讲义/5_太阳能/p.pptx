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wmf" ContentType="image/x-wmf"/>
  <Default Extension="bin" ContentType="application/vnd.openxmlformats-officedocument.oleObject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4.xml" ContentType="application/vnd.openxmlformats-officedocument.theme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 rtl="0" saveSubsetFonts="0" serverZoom="0" showSpecialPlsOnTitleSld="1">
  <p:sldMasterIdLst>
    <p:sldMasterId id="2147483672" r:id="rId1"/>
  </p:sldMasterIdLst>
  <p:notesMasterIdLst>
    <p:notesMasterId r:id="rId2"/>
  </p:notesMasterIdLst>
  <p:handoutMasterIdLst>
    <p:handoutMasterId r:id="rId3"/>
  </p:handoutMasterIdLst>
  <p:sldIdLst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</p:sldIdLst>
  <p:sldSz type="screen4x3" cy="6858000" cx="9144000"/>
  <p:notesSz cx="7104062" cy="10234612"/>
  <p:defaultTextStyle>
    <a:lvl1pPr algn="l" eaLnBrk="0" fontAlgn="base" hangingPunct="0" indent="0" latinLnBrk="0" marL="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2400" i="0" u="none">
        <a:solidFill>
          <a:schemeClr val="dk1"/>
        </a:solidFill>
        <a:latin typeface="Times New Roman" pitchFamily="18" charset="0"/>
        <a:ea typeface="宋体" pitchFamily="2" charset="-122"/>
        <a:sym typeface="Times New Roman" pitchFamily="18" charset="0"/>
      </a:defRPr>
    </a:lvl1pPr>
    <a:lvl2pPr algn="l" eaLnBrk="0" fontAlgn="base" hangingPunct="0" indent="0" latinLnBrk="0" marL="4572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2400" i="0" u="none">
        <a:solidFill>
          <a:schemeClr val="dk1"/>
        </a:solidFill>
        <a:latin typeface="Times New Roman" pitchFamily="18" charset="0"/>
        <a:ea typeface="宋体" pitchFamily="2" charset="-122"/>
        <a:sym typeface="Times New Roman" pitchFamily="18" charset="0"/>
      </a:defRPr>
    </a:lvl2pPr>
    <a:lvl3pPr algn="l" eaLnBrk="0" fontAlgn="base" hangingPunct="0" indent="0" latinLnBrk="0" marL="9144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2400" i="0" u="none">
        <a:solidFill>
          <a:schemeClr val="dk1"/>
        </a:solidFill>
        <a:latin typeface="Times New Roman" pitchFamily="18" charset="0"/>
        <a:ea typeface="宋体" pitchFamily="2" charset="-122"/>
        <a:sym typeface="Times New Roman" pitchFamily="18" charset="0"/>
      </a:defRPr>
    </a:lvl3pPr>
    <a:lvl4pPr algn="l" eaLnBrk="0" fontAlgn="base" hangingPunct="0" indent="0" latinLnBrk="0" marL="13716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2400" i="0" u="none">
        <a:solidFill>
          <a:schemeClr val="dk1"/>
        </a:solidFill>
        <a:latin typeface="Times New Roman" pitchFamily="18" charset="0"/>
        <a:ea typeface="宋体" pitchFamily="2" charset="-122"/>
        <a:sym typeface="Times New Roman" pitchFamily="18" charset="0"/>
      </a:defRPr>
    </a:lvl4pPr>
    <a:lvl5pPr algn="l" eaLnBrk="0" fontAlgn="base" hangingPunct="0" indent="0" latinLnBrk="0" marL="18288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2400" i="0" u="none">
        <a:solidFill>
          <a:schemeClr val="dk1"/>
        </a:solidFill>
        <a:latin typeface="Times New Roman" pitchFamily="18" charset="0"/>
        <a:ea typeface="宋体" pitchFamily="2" charset="-122"/>
        <a:sym typeface="Times New Roman" pitchFamily="18" charset="0"/>
      </a:defRPr>
    </a:lvl5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View">
  <p:normalViewPr showOutlineIcons="1" snapVertSplitter="0" vertBarState="restored" horzBarState="maximized" preferSingleView="0">
    <p:restoredLeft sz="18913" autoAdjust="0"/>
    <p:restoredTop sz="94660" autoAdjust="0"/>
  </p:normalViewPr>
  <p:slideViewPr>
    <p:cSldViewPr showGuides="0" snapToGrid="1" snapToObjects="0">
      <p:cViewPr varScale="1">
        <p:scale>
          <a:sx n="115" d="100"/>
          <a:sy n="115" d="100"/>
        </p:scale>
        <p:origin x="1308" y="102"/>
      </p:cViewPr>
      <p:guideLst>
        <p:guide orient="horz" pos="2160"/>
        <p:guide orient="vert" pos="2880"/>
      </p:guideLst>
    </p:cSldViewPr>
  </p:slideViewPr>
  <p:gridSpacing cx="0" cy="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tableStyles" Target="tableStyles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4.xml"/></Relationships>
</file>

<file path=ppt/handoutMasters/_rels/handout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white">
      <p:bgPr>
        <a:solidFill>
          <a:schemeClr val="lt1"/>
        </a:solidFill>
      </p:bgPr>
    </p:bg>
    <p:spTree>
      <p:nvGrpSpPr>
        <p:cNvPr id="5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30" name="Rectangle 2"/>
          <p:cNvSpPr/>
          <p:nvPr>
            <p:ph type="hdr" sz="quarter" idx="0"/>
          </p:nvPr>
        </p:nvSpPr>
        <p:spPr>
          <a:xfrm rot="0">
            <a:off x="0" y="0"/>
            <a:ext cx="3078162" cy="511175"/>
          </a:xfrm>
          <a:prstGeom prst="rect"/>
          <a:noFill/>
          <a:ln>
            <a:noFill/>
          </a:ln>
        </p:spPr>
        <p:txBody>
          <a:bodyPr anchor="t" bIns="49538" lIns="99075" rIns="99075" tIns="49538" vert="horz"/>
          <a:p>
            <a:pPr eaLnBrk="1" hangingPunct="1" lvl="0"/>
            <a:endParaRPr altLang="zh-CN" sz="1300" lang="en-US">
              <a:latin typeface="Arial" pitchFamily="34" charset="0"/>
            </a:endParaRPr>
          </a:p>
        </p:txBody>
      </p:sp>
      <p:sp>
        <p:nvSpPr>
          <p:cNvPr id="1048631" name="Rectangle 3"/>
          <p:cNvSpPr/>
          <p:nvPr>
            <p:ph type="dt" sz="quarter" idx="1"/>
          </p:nvPr>
        </p:nvSpPr>
        <p:spPr>
          <a:xfrm rot="0">
            <a:off x="4024312" y="0"/>
            <a:ext cx="3078162" cy="511175"/>
          </a:xfrm>
          <a:prstGeom prst="rect"/>
          <a:noFill/>
          <a:ln>
            <a:noFill/>
          </a:ln>
        </p:spPr>
        <p:txBody>
          <a:bodyPr anchor="t" bIns="49538" lIns="99075" rIns="99075" tIns="49538" vert="horz"/>
          <a:p>
            <a:pPr algn="r" eaLnBrk="1" hangingPunct="1" lvl="0"/>
            <a:endParaRPr altLang="zh-CN" sz="1300" lang="en-US">
              <a:latin typeface="Arial" pitchFamily="34" charset="0"/>
            </a:endParaRPr>
          </a:p>
        </p:txBody>
      </p:sp>
      <p:sp>
        <p:nvSpPr>
          <p:cNvPr id="1048632" name="Rectangle 4"/>
          <p:cNvSpPr/>
          <p:nvPr>
            <p:ph type="ftr" sz="quarter" idx="2"/>
          </p:nvPr>
        </p:nvSpPr>
        <p:spPr>
          <a:xfrm rot="0">
            <a:off x="0" y="9721850"/>
            <a:ext cx="3078162" cy="511175"/>
          </a:xfrm>
          <a:prstGeom prst="rect"/>
          <a:noFill/>
          <a:ln>
            <a:noFill/>
          </a:ln>
        </p:spPr>
        <p:txBody>
          <a:bodyPr anchor="b" bIns="49538" lIns="99075" rIns="99075" tIns="49538" vert="horz"/>
          <a:p>
            <a:pPr eaLnBrk="1" hangingPunct="1" lvl="0"/>
            <a:endParaRPr altLang="zh-CN" sz="1300" lang="en-US">
              <a:latin typeface="Arial" pitchFamily="34" charset="0"/>
            </a:endParaRPr>
          </a:p>
        </p:txBody>
      </p:sp>
      <p:sp>
        <p:nvSpPr>
          <p:cNvPr id="1048633" name="Rectangle 5"/>
          <p:cNvSpPr/>
          <p:nvPr>
            <p:ph type="sldNum" sz="quarter" idx="3"/>
          </p:nvPr>
        </p:nvSpPr>
        <p:spPr>
          <a:xfrm rot="0">
            <a:off x="4024312" y="9721850"/>
            <a:ext cx="3078162" cy="511175"/>
          </a:xfrm>
          <a:prstGeom prst="rect"/>
          <a:noFill/>
          <a:ln>
            <a:noFill/>
          </a:ln>
        </p:spPr>
        <p:txBody>
          <a:bodyPr anchor="b" bIns="49538" lIns="99075" rIns="99075" tIns="49538" vert="horz"/>
          <a:p>
            <a:pPr algn="r" eaLnBrk="1" hangingPunct="1" lvl="0"/>
            <a:fld id="{566ABCEB-ACFC-4714-9973-3DA970169C29}" type="slidenum">
              <a:rPr altLang="zh-CN" sz="1300" lang="en-US">
                <a:latin typeface="Arial" pitchFamily="34" charset="0"/>
              </a:rPr>
              <a:pPr algn="r" eaLnBrk="1" hangingPunct="1" lvl="0"/>
            </a:fld>
            <a:endParaRPr altLang="zh-CN" sz="1300" lang="en-US">
              <a:latin typeface="Arial" pitchFamily="34" charset="0"/>
            </a:endParaRPr>
          </a:p>
        </p:txBody>
      </p:sp>
    </p:spTree>
  </p:cSld>
  <p:clrMap accent1="dk1" accent2="dk1" accent3="dk1" accent4="dk1" accent5="dk1" accent6="dk1" bg1="dk1" bg2="dk1" tx1="dk1" tx2="dk1" hlink="dk1" folHlink="dk1"/>
</p:handoutMaster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24" name="Rectangle 2"/>
          <p:cNvSpPr/>
          <p:nvPr>
            <p:ph type="hdr" sz="quarter" idx="0"/>
          </p:nvPr>
        </p:nvSpPr>
        <p:spPr>
          <a:xfrm rot="0">
            <a:off x="0" y="0"/>
            <a:ext cx="3078162" cy="511175"/>
          </a:xfrm>
          <a:prstGeom prst="rect"/>
          <a:noFill/>
          <a:ln>
            <a:noFill/>
          </a:ln>
        </p:spPr>
        <p:txBody>
          <a:bodyPr anchor="t" bIns="49538" lIns="99075" rIns="99075" tIns="49538" vert="horz"/>
          <a:p>
            <a:pPr eaLnBrk="1" hangingPunct="1" lvl="0"/>
            <a:endParaRPr altLang="zh-CN" sz="1300" lang="en-US">
              <a:latin typeface="Arial" pitchFamily="34" charset="0"/>
            </a:endParaRPr>
          </a:p>
        </p:txBody>
      </p:sp>
      <p:sp>
        <p:nvSpPr>
          <p:cNvPr id="1048625" name="Rectangle 3"/>
          <p:cNvSpPr/>
          <p:nvPr>
            <p:ph type="dt" sz="full" idx="1"/>
          </p:nvPr>
        </p:nvSpPr>
        <p:spPr>
          <a:xfrm rot="0">
            <a:off x="4024312" y="0"/>
            <a:ext cx="3078162" cy="511175"/>
          </a:xfrm>
          <a:prstGeom prst="rect"/>
          <a:noFill/>
          <a:ln>
            <a:noFill/>
          </a:ln>
        </p:spPr>
        <p:txBody>
          <a:bodyPr anchor="t" bIns="49538" lIns="99075" rIns="99075" tIns="49538" vert="horz"/>
          <a:p>
            <a:pPr algn="r" eaLnBrk="1" hangingPunct="1" lvl="0"/>
            <a:endParaRPr altLang="zh-CN" sz="1300" lang="en-US">
              <a:latin typeface="Arial" pitchFamily="34" charset="0"/>
            </a:endParaRPr>
          </a:p>
        </p:txBody>
      </p:sp>
      <p:sp>
        <p:nvSpPr>
          <p:cNvPr id="1048626" name="Rectangle 4"/>
          <p:cNvSpPr/>
          <p:nvPr>
            <p:ph type="sldImg" sz="full" idx="2"/>
          </p:nvPr>
        </p:nvSpPr>
        <p:spPr>
          <a:xfrm rot="0">
            <a:off x="995362" y="768350"/>
            <a:ext cx="5113337" cy="3836987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bIns="49538" lIns="99075" rIns="99075" tIns="49538" vert="horz"/>
          <a:p/>
        </p:txBody>
      </p:sp>
      <p:sp>
        <p:nvSpPr>
          <p:cNvPr id="1048627" name="Rectangle 5"/>
          <p:cNvSpPr/>
          <p:nvPr>
            <p:ph type="body" sz="quarter" idx="3"/>
          </p:nvPr>
        </p:nvSpPr>
        <p:spPr>
          <a:xfrm rot="0">
            <a:off x="711200" y="4860925"/>
            <a:ext cx="5683250" cy="4605337"/>
          </a:xfrm>
          <a:prstGeom prst="rect"/>
          <a:noFill/>
          <a:ln>
            <a:noFill/>
          </a:ln>
        </p:spPr>
        <p:txBody>
          <a:bodyPr anchor="t" bIns="49538" lIns="99075" rIns="99075" tIns="49538" vert="horz"/>
          <a:p>
            <a:pPr lvl="0"/>
            <a:r>
              <a:rPr altLang="zh-CN" lang="en-US"/>
              <a:t>Click to edit Master text styles</a:t>
            </a:r>
          </a:p>
          <a:p>
            <a:pPr lvl="1"/>
            <a:r>
              <a:rPr altLang="zh-CN" lang="en-US"/>
              <a:t>Second level</a:t>
            </a:r>
          </a:p>
          <a:p>
            <a:pPr lvl="2"/>
            <a:r>
              <a:rPr altLang="zh-CN" lang="en-US"/>
              <a:t>Third level</a:t>
            </a:r>
          </a:p>
          <a:p>
            <a:pPr lvl="3"/>
            <a:r>
              <a:rPr altLang="zh-CN" lang="en-US"/>
              <a:t>Fourth level</a:t>
            </a:r>
          </a:p>
          <a:p>
            <a:pPr lvl="4"/>
            <a:r>
              <a:rPr altLang="zh-CN" lang="en-US"/>
              <a:t>Fifth level</a:t>
            </a:r>
          </a:p>
        </p:txBody>
      </p:sp>
      <p:sp>
        <p:nvSpPr>
          <p:cNvPr id="1048628" name="Rectangle 6"/>
          <p:cNvSpPr/>
          <p:nvPr>
            <p:ph type="ftr" sz="quarter" idx="4"/>
          </p:nvPr>
        </p:nvSpPr>
        <p:spPr>
          <a:xfrm rot="0">
            <a:off x="0" y="9721850"/>
            <a:ext cx="3078162" cy="511175"/>
          </a:xfrm>
          <a:prstGeom prst="rect"/>
          <a:noFill/>
          <a:ln>
            <a:noFill/>
          </a:ln>
        </p:spPr>
        <p:txBody>
          <a:bodyPr anchor="b" bIns="49538" lIns="99075" rIns="99075" tIns="49538" vert="horz"/>
          <a:p>
            <a:pPr eaLnBrk="1" hangingPunct="1" lvl="0"/>
            <a:endParaRPr altLang="zh-CN" sz="1300" lang="en-US">
              <a:latin typeface="Arial" pitchFamily="34" charset="0"/>
            </a:endParaRPr>
          </a:p>
        </p:txBody>
      </p:sp>
      <p:sp>
        <p:nvSpPr>
          <p:cNvPr id="1048629" name="Rectangle 7"/>
          <p:cNvSpPr/>
          <p:nvPr>
            <p:ph type="sldNum" sz="quarter" idx="5"/>
          </p:nvPr>
        </p:nvSpPr>
        <p:spPr>
          <a:xfrm rot="0">
            <a:off x="4024312" y="9721850"/>
            <a:ext cx="3078162" cy="511175"/>
          </a:xfrm>
          <a:prstGeom prst="rect"/>
          <a:noFill/>
          <a:ln>
            <a:noFill/>
          </a:ln>
        </p:spPr>
        <p:txBody>
          <a:bodyPr anchor="b" bIns="49538" lIns="99075" rIns="99075" tIns="49538" vert="horz"/>
          <a:p>
            <a:pPr algn="r" eaLnBrk="1" hangingPunct="1" lvl="0"/>
            <a:fld id="{566ABCEB-ACFC-4714-9973-3DA970169C29}" type="slidenum">
              <a:rPr altLang="zh-CN" sz="1300" lang="en-US">
                <a:latin typeface="Arial" pitchFamily="34" charset="0"/>
              </a:rPr>
              <a:pPr algn="r" eaLnBrk="1" hangingPunct="1" lvl="0"/>
            </a:fld>
            <a:endParaRPr altLang="zh-CN" sz="1300" lang="en-US">
              <a:latin typeface="Arial" pitchFamily="34" charset="0"/>
            </a:endParaRPr>
          </a:p>
        </p:txBody>
      </p:sp>
    </p:spTree>
  </p:cSld>
  <p:clrMap accent1="dk1" accent2="dk1" accent3="dk1" accent4="dk1" accent5="dk1" accent6="dk1" bg1="dk1" bg2="dk1" tx1="dk1" tx2="dk1" hlink="dk1" folHlink="dk1"/>
  <p:notesStyle>
    <a:lvl1pPr algn="l" eaLnBrk="0" fontAlgn="base" hangingPunct="0" indent="0" latinLnBrk="0" marL="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Arial" pitchFamily="34" charset="0"/>
        <a:ea typeface="宋体" pitchFamily="2" charset="-122"/>
        <a:sym typeface="Times New Roman" pitchFamily="18" charset="0"/>
      </a:defRPr>
    </a:lvl1pPr>
    <a:lvl2pPr algn="l" eaLnBrk="0" fontAlgn="base" hangingPunct="0" indent="0" latinLnBrk="0" marL="45720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Arial" pitchFamily="34" charset="0"/>
        <a:ea typeface="宋体" pitchFamily="2" charset="-122"/>
        <a:sym typeface="Times New Roman" pitchFamily="18" charset="0"/>
      </a:defRPr>
    </a:lvl2pPr>
    <a:lvl3pPr algn="l" eaLnBrk="0" fontAlgn="base" hangingPunct="0" indent="0" latinLnBrk="0" marL="91440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Arial" pitchFamily="34" charset="0"/>
        <a:ea typeface="宋体" pitchFamily="2" charset="-122"/>
        <a:sym typeface="Times New Roman" pitchFamily="18" charset="0"/>
      </a:defRPr>
    </a:lvl3pPr>
    <a:lvl4pPr algn="l" eaLnBrk="0" fontAlgn="base" hangingPunct="0" indent="0" latinLnBrk="0" marL="137160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Arial" pitchFamily="34" charset="0"/>
        <a:ea typeface="宋体" pitchFamily="2" charset="-122"/>
        <a:sym typeface="Times New Roman" pitchFamily="18" charset="0"/>
      </a:defRPr>
    </a:lvl4pPr>
    <a:lvl5pPr algn="l" eaLnBrk="0" fontAlgn="base" hangingPunct="0" indent="0" latinLnBrk="0" marL="182880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Arial" pitchFamily="34" charset="0"/>
        <a:ea typeface="宋体" pitchFamily="2" charset="-122"/>
        <a:sym typeface="Times New Roman" pitchFamily="18" charset="0"/>
      </a:defRPr>
    </a:lvl5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79" name="Rectangle 7"/>
          <p:cNvSpPr txBox="1"/>
          <p:nvPr/>
        </p:nvSpPr>
        <p:spPr>
          <a:xfrm rot="0">
            <a:off x="4024312" y="9721850"/>
            <a:ext cx="3078162" cy="511175"/>
          </a:xfrm>
          <a:prstGeom prst="rect"/>
          <a:noFill/>
          <a:ln>
            <a:noFill/>
          </a:ln>
        </p:spPr>
        <p:txBody>
          <a:bodyPr anchor="b" bIns="49538" lIns="99075" rIns="99075" tIns="49538" vert="horz"/>
          <a:p>
            <a:pPr algn="r" eaLnBrk="1" hangingPunct="1" lvl="0">
              <a:spcBef>
                <a:spcPct val="0"/>
              </a:spcBef>
            </a:pPr>
            <a:fld id="{566ABCEB-ACFC-4714-9973-3DA970169C29}" type="slidenum">
              <a:rPr altLang="zh-CN" sz="1300" lang="en-US"/>
              <a:pPr algn="r" eaLnBrk="1" hangingPunct="1" lvl="0">
                <a:spcBef>
                  <a:spcPct val="0"/>
                </a:spcBef>
              </a:pPr>
            </a:fld>
            <a:endParaRPr altLang="zh-CN" sz="1300" lang="en-US"/>
          </a:p>
        </p:txBody>
      </p:sp>
      <p:sp>
        <p:nvSpPr>
          <p:cNvPr id="1048580" name="Rectangle 2"/>
          <p:cNvSpPr/>
          <p:nvPr>
            <p:ph type="sldImg" sz="full" idx="0"/>
          </p:nvPr>
        </p:nvSpPr>
        <p:spPr>
          <a:xfrm rot="0">
            <a:off x="995362" y="768350"/>
            <a:ext cx="5113337" cy="3836987"/>
          </a:xfrm>
          <a:prstGeom prst="rect"/>
        </p:spPr>
        <p:txBody>
          <a:bodyPr anchor="ctr" bIns="49538" lIns="99075" rIns="99075" tIns="49538" vert="horz"/>
          <a:p/>
        </p:txBody>
      </p:sp>
      <p:sp>
        <p:nvSpPr>
          <p:cNvPr id="1048581" name="Rectangle 3"/>
          <p:cNvSpPr/>
          <p:nvPr>
            <p:ph type="body" sz="full" idx="1"/>
          </p:nvPr>
        </p:nvSpPr>
        <p:spPr>
          <a:xfrm rot="0">
            <a:off x="711200" y="4860925"/>
            <a:ext cx="5683250" cy="4605337"/>
          </a:xfrm>
          <a:prstGeom prst="rect"/>
          <a:noFill/>
        </p:spPr>
        <p:txBody>
          <a:bodyPr anchor="t" bIns="49538" lIns="99075" rIns="99075" tIns="49538" vert="horz"/>
          <a:p>
            <a:pPr eaLnBrk="1" hangingPunct="1" lvl="0"/>
            <a:endParaRPr altLang="zh-CN" 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标题幻灯片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/>
        </p:spPr>
        <p:txBody>
          <a:bodyPr/>
          <a:p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8600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/>
        </p:spPr>
        <p:txBody>
          <a:bodyPr/>
          <a:lstStyle>
            <a:lvl1pPr algn="ctr" indent="0" marL="0">
              <a:buNone/>
            </a:lvl1pPr>
            <a:lvl2pPr algn="ctr" indent="0" marL="457200">
              <a:buNone/>
            </a:lvl2pPr>
            <a:lvl3pPr algn="ctr" indent="0" marL="914400">
              <a:buNone/>
            </a:lvl3pPr>
            <a:lvl4pPr algn="ctr" indent="0" marL="1371600">
              <a:buNone/>
            </a:lvl4pPr>
            <a:lvl5pPr algn="ctr" indent="0" marL="1828800">
              <a:buNone/>
            </a:lvl5pPr>
            <a:lvl6pPr algn="ctr" indent="0" marL="2286000">
              <a:buNone/>
            </a:lvl6pPr>
            <a:lvl7pPr algn="ctr" indent="0" marL="2743200">
              <a:buNone/>
            </a:lvl7pPr>
            <a:lvl8pPr algn="ctr" indent="0" marL="3200400">
              <a:buNone/>
            </a:lvl8pPr>
            <a:lvl9pPr algn="ctr" indent="0" marL="3657600">
              <a:buNone/>
            </a:lvl9pPr>
          </a:lstStyle>
          <a:p>
            <a:r>
              <a:rPr altLang="en-US" lang="zh-CN" smtClean="0"/>
              <a:t>单击此处编辑母版副标题样式</a:t>
            </a:r>
            <a:endParaRPr altLang="en-US"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标题和内容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/>
          <a:p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8602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/>
          <a:p>
            <a:pPr lvl="0"/>
            <a:r>
              <a:rPr altLang="en-US" lang="zh-CN" smtClean="0"/>
              <a:t>单击此处编辑母版文本样式</a:t>
            </a:r>
          </a:p>
          <a:p>
            <a:pPr lvl="1"/>
            <a:r>
              <a:rPr altLang="en-US" lang="zh-CN" smtClean="0"/>
              <a:t>第二级</a:t>
            </a:r>
          </a:p>
          <a:p>
            <a:pPr lvl="2"/>
            <a:r>
              <a:rPr altLang="en-US" lang="zh-CN" smtClean="0"/>
              <a:t>第三级</a:t>
            </a:r>
          </a:p>
          <a:p>
            <a:pPr lvl="3"/>
            <a:r>
              <a:rPr altLang="en-US" lang="zh-CN" smtClean="0"/>
              <a:t>第四级</a:t>
            </a:r>
          </a:p>
          <a:p>
            <a:pPr lvl="4"/>
            <a:r>
              <a:rPr altLang="en-US" lang="zh-CN" smtClean="0"/>
              <a:t>第五级</a:t>
            </a:r>
            <a:endParaRPr altLang="en-US"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节标题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/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8604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/>
        </p:spPr>
        <p:txBody>
          <a:bodyPr anchor="b"/>
          <a:lstStyle>
            <a:lvl1pPr indent="0" marL="0">
              <a:buNone/>
              <a:defRPr sz="2000"/>
            </a:lvl1pPr>
            <a:lvl2pPr indent="0" marL="457200">
              <a:buNone/>
              <a:defRPr sz="1800"/>
            </a:lvl2pPr>
            <a:lvl3pPr indent="0" marL="914400">
              <a:buNone/>
              <a:defRPr sz="1600"/>
            </a:lvl3pPr>
            <a:lvl4pPr indent="0" marL="1371600">
              <a:buNone/>
              <a:defRPr sz="1400"/>
            </a:lvl4pPr>
            <a:lvl5pPr indent="0" marL="1828800">
              <a:buNone/>
              <a:defRPr sz="1400"/>
            </a:lvl5pPr>
            <a:lvl6pPr indent="0" marL="2286000">
              <a:buNone/>
              <a:defRPr sz="1400"/>
            </a:lvl6pPr>
            <a:lvl7pPr indent="0" marL="2743200">
              <a:buNone/>
              <a:defRPr sz="1400"/>
            </a:lvl7pPr>
            <a:lvl8pPr indent="0" marL="3200400">
              <a:buNone/>
              <a:defRPr sz="1400"/>
            </a:lvl8pPr>
            <a:lvl9pPr indent="0" marL="3657600">
              <a:buNone/>
              <a:defRPr sz="1400"/>
            </a:lvl9pPr>
          </a:lstStyle>
          <a:p>
            <a:pPr lvl="0"/>
            <a:r>
              <a:rPr altLang="en-US" lang="zh-CN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两栏内容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/>
          <a:p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8606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/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altLang="en-US" lang="zh-CN" smtClean="0"/>
              <a:t>单击此处编辑母版文本样式</a:t>
            </a:r>
          </a:p>
          <a:p>
            <a:pPr lvl="1"/>
            <a:r>
              <a:rPr altLang="en-US" lang="zh-CN" smtClean="0"/>
              <a:t>第二级</a:t>
            </a:r>
          </a:p>
          <a:p>
            <a:pPr lvl="2"/>
            <a:r>
              <a:rPr altLang="en-US" lang="zh-CN" smtClean="0"/>
              <a:t>第三级</a:t>
            </a:r>
          </a:p>
          <a:p>
            <a:pPr lvl="3"/>
            <a:r>
              <a:rPr altLang="en-US" lang="zh-CN" smtClean="0"/>
              <a:t>第四级</a:t>
            </a:r>
          </a:p>
          <a:p>
            <a:pPr lvl="4"/>
            <a:r>
              <a:rPr altLang="en-US" lang="zh-CN" smtClean="0"/>
              <a:t>第五级</a:t>
            </a:r>
            <a:endParaRPr altLang="en-US" lang="zh-CN"/>
          </a:p>
        </p:txBody>
      </p:sp>
      <p:sp>
        <p:nvSpPr>
          <p:cNvPr id="1048607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/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altLang="en-US" lang="zh-CN" smtClean="0"/>
              <a:t>单击此处编辑母版文本样式</a:t>
            </a:r>
          </a:p>
          <a:p>
            <a:pPr lvl="1"/>
            <a:r>
              <a:rPr altLang="en-US" lang="zh-CN" smtClean="0"/>
              <a:t>第二级</a:t>
            </a:r>
          </a:p>
          <a:p>
            <a:pPr lvl="2"/>
            <a:r>
              <a:rPr altLang="en-US" lang="zh-CN" smtClean="0"/>
              <a:t>第三级</a:t>
            </a:r>
          </a:p>
          <a:p>
            <a:pPr lvl="3"/>
            <a:r>
              <a:rPr altLang="en-US" lang="zh-CN" smtClean="0"/>
              <a:t>第四级</a:t>
            </a:r>
          </a:p>
          <a:p>
            <a:pPr lvl="4"/>
            <a:r>
              <a:rPr altLang="en-US" lang="zh-CN" smtClean="0"/>
              <a:t>第五级</a:t>
            </a:r>
            <a:endParaRPr altLang="en-US"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比较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/>
          <a:p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8609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/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en-US" lang="zh-CN" smtClean="0"/>
              <a:t>单击此处编辑母版文本样式</a:t>
            </a:r>
          </a:p>
        </p:txBody>
      </p:sp>
      <p:sp>
        <p:nvSpPr>
          <p:cNvPr id="1048610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/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altLang="en-US" lang="zh-CN" smtClean="0"/>
              <a:t>单击此处编辑母版文本样式</a:t>
            </a:r>
          </a:p>
          <a:p>
            <a:pPr lvl="1"/>
            <a:r>
              <a:rPr altLang="en-US" lang="zh-CN" smtClean="0"/>
              <a:t>第二级</a:t>
            </a:r>
          </a:p>
          <a:p>
            <a:pPr lvl="2"/>
            <a:r>
              <a:rPr altLang="en-US" lang="zh-CN" smtClean="0"/>
              <a:t>第三级</a:t>
            </a:r>
          </a:p>
          <a:p>
            <a:pPr lvl="3"/>
            <a:r>
              <a:rPr altLang="en-US" lang="zh-CN" smtClean="0"/>
              <a:t>第四级</a:t>
            </a:r>
          </a:p>
          <a:p>
            <a:pPr lvl="4"/>
            <a:r>
              <a:rPr altLang="en-US" lang="zh-CN" smtClean="0"/>
              <a:t>第五级</a:t>
            </a:r>
            <a:endParaRPr altLang="en-US" lang="zh-CN"/>
          </a:p>
        </p:txBody>
      </p:sp>
      <p:sp>
        <p:nvSpPr>
          <p:cNvPr id="1048611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/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en-US" lang="zh-CN" smtClean="0"/>
              <a:t>单击此处编辑母版文本样式</a:t>
            </a:r>
          </a:p>
        </p:txBody>
      </p:sp>
      <p:sp>
        <p:nvSpPr>
          <p:cNvPr id="1048612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/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altLang="en-US" lang="zh-CN" smtClean="0"/>
              <a:t>单击此处编辑母版文本样式</a:t>
            </a:r>
          </a:p>
          <a:p>
            <a:pPr lvl="1"/>
            <a:r>
              <a:rPr altLang="en-US" lang="zh-CN" smtClean="0"/>
              <a:t>第二级</a:t>
            </a:r>
          </a:p>
          <a:p>
            <a:pPr lvl="2"/>
            <a:r>
              <a:rPr altLang="en-US" lang="zh-CN" smtClean="0"/>
              <a:t>第三级</a:t>
            </a:r>
          </a:p>
          <a:p>
            <a:pPr lvl="3"/>
            <a:r>
              <a:rPr altLang="en-US" lang="zh-CN" smtClean="0"/>
              <a:t>第四级</a:t>
            </a:r>
          </a:p>
          <a:p>
            <a:pPr lvl="4"/>
            <a:r>
              <a:rPr altLang="en-US" lang="zh-CN" smtClean="0"/>
              <a:t>第五级</a:t>
            </a:r>
            <a:endParaRPr altLang="en-US"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仅标题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/>
          <a:p>
            <a:r>
              <a:rPr altLang="en-US" lang="zh-CN" smtClean="0"/>
              <a:t>单击此处编辑母版标题样式</a:t>
            </a:r>
            <a:endParaRPr altLang="en-US"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空白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内容与标题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/>
        </p:spPr>
        <p:txBody>
          <a:bodyPr anchor="b"/>
          <a:lstStyle>
            <a:lvl1pPr algn="l">
              <a:defRPr b="1" sz="2000"/>
            </a:lvl1pPr>
          </a:lstStyle>
          <a:p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8615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/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altLang="en-US" lang="zh-CN" smtClean="0"/>
              <a:t>单击此处编辑母版文本样式</a:t>
            </a:r>
          </a:p>
          <a:p>
            <a:pPr lvl="1"/>
            <a:r>
              <a:rPr altLang="en-US" lang="zh-CN" smtClean="0"/>
              <a:t>第二级</a:t>
            </a:r>
          </a:p>
          <a:p>
            <a:pPr lvl="2"/>
            <a:r>
              <a:rPr altLang="en-US" lang="zh-CN" smtClean="0"/>
              <a:t>第三级</a:t>
            </a:r>
          </a:p>
          <a:p>
            <a:pPr lvl="3"/>
            <a:r>
              <a:rPr altLang="en-US" lang="zh-CN" smtClean="0"/>
              <a:t>第四级</a:t>
            </a:r>
          </a:p>
          <a:p>
            <a:pPr lvl="4"/>
            <a:r>
              <a:rPr altLang="en-US" lang="zh-CN" smtClean="0"/>
              <a:t>第五级</a:t>
            </a:r>
            <a:endParaRPr altLang="en-US" lang="zh-CN"/>
          </a:p>
        </p:txBody>
      </p:sp>
      <p:sp>
        <p:nvSpPr>
          <p:cNvPr id="1048616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/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altLang="en-US" lang="zh-CN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图片与标题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/>
        </p:spPr>
        <p:txBody>
          <a:bodyPr anchor="b"/>
          <a:lstStyle>
            <a:lvl1pPr algn="l">
              <a:defRPr b="1" sz="2000"/>
            </a:lvl1pPr>
          </a:lstStyle>
          <a:p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8618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/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sz="3200" i="0" kern="0" kumimoji="1" lang="zh-CN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19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/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altLang="en-US" lang="zh-CN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标题和竖排文字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/>
          <a:p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8621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vert="eaVert"/>
          <a:p>
            <a:pPr lvl="0"/>
            <a:r>
              <a:rPr altLang="en-US" lang="zh-CN" smtClean="0"/>
              <a:t>单击此处编辑母版文本样式</a:t>
            </a:r>
          </a:p>
          <a:p>
            <a:pPr lvl="1"/>
            <a:r>
              <a:rPr altLang="en-US" lang="zh-CN" smtClean="0"/>
              <a:t>第二级</a:t>
            </a:r>
          </a:p>
          <a:p>
            <a:pPr lvl="2"/>
            <a:r>
              <a:rPr altLang="en-US" lang="zh-CN" smtClean="0"/>
              <a:t>第三级</a:t>
            </a:r>
          </a:p>
          <a:p>
            <a:pPr lvl="3"/>
            <a:r>
              <a:rPr altLang="en-US" lang="zh-CN" smtClean="0"/>
              <a:t>第四级</a:t>
            </a:r>
          </a:p>
          <a:p>
            <a:pPr lvl="4"/>
            <a:r>
              <a:rPr altLang="en-US" lang="zh-CN" smtClean="0"/>
              <a:t>第五级</a:t>
            </a:r>
            <a:endParaRPr altLang="en-US"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垂直排列标题与文本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/>
        </p:spPr>
        <p:txBody>
          <a:bodyPr vert="eaVert"/>
          <a:p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862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/>
        </p:spPr>
        <p:txBody>
          <a:bodyPr vert="eaVert"/>
          <a:p>
            <a:pPr lvl="0"/>
            <a:r>
              <a:rPr altLang="en-US" lang="zh-CN" smtClean="0"/>
              <a:t>单击此处编辑母版文本样式</a:t>
            </a:r>
          </a:p>
          <a:p>
            <a:pPr lvl="1"/>
            <a:r>
              <a:rPr altLang="en-US" lang="zh-CN" smtClean="0"/>
              <a:t>第二级</a:t>
            </a:r>
          </a:p>
          <a:p>
            <a:pPr lvl="2"/>
            <a:r>
              <a:rPr altLang="en-US" lang="zh-CN" smtClean="0"/>
              <a:t>第三级</a:t>
            </a:r>
          </a:p>
          <a:p>
            <a:pPr lvl="3"/>
            <a:r>
              <a:rPr altLang="en-US" lang="zh-CN" smtClean="0"/>
              <a:t>第四级</a:t>
            </a:r>
          </a:p>
          <a:p>
            <a:pPr lvl="4"/>
            <a:r>
              <a:rPr altLang="en-US" lang="zh-CN" smtClean="0"/>
              <a:t>第五级</a:t>
            </a:r>
            <a:endParaRPr altLang="en-US"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white">
      <p:bgPr>
        <a:solidFill>
          <a:schemeClr val="lt1"/>
        </a:solidFill>
      </p:bgPr>
    </p:bg>
    <p:spTree>
      <p:nvGrpSpPr>
        <p:cNvPr id="2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76" name="Rectangle 2"/>
          <p:cNvSpPr/>
          <p:nvPr/>
        </p:nvSpPr>
        <p:spPr>
          <a:xfrm rot="0" flipV="1">
            <a:off x="0" y="0"/>
            <a:ext cx="9144000" cy="6858000"/>
          </a:xfrm>
          <a:prstGeom prst="rect"/>
          <a:gradFill rotWithShape="0">
            <a:gsLst>
              <a:gs pos="0">
                <a:schemeClr val="lt1">
                  <a:alpha val="43999"/>
                </a:schemeClr>
              </a:gs>
              <a:gs pos="100000">
                <a:srgbClr val="000047">
                  <a:alpha val="100000"/>
                </a:srgbClr>
              </a:gs>
            </a:gsLst>
            <a:lin ang="5400000" scaled="1"/>
          </a:gra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5pPr>
          </a:lstStyle>
          <a:p>
            <a:pPr eaLnBrk="1" hangingPunct="1" lvl="0"/>
            <a:endParaRPr altLang="en-US" lang="zh-CN"/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dt="0" ftr="0" sldNum="0"/>
  <p:txStyles>
    <p:titleStyle>
      <a:lvl1pPr algn="ctr" eaLnBrk="0" fontAlgn="base" hangingPunct="0" rtl="0">
        <a:spcBef>
          <a:spcPct val="0"/>
        </a:spcBef>
        <a:spcAft>
          <a:spcPct val="0"/>
        </a:spcAft>
        <a:defRPr sz="4400" kumimoji="1">
          <a:solidFill>
            <a:schemeClr val="tx2"/>
          </a:solidFill>
          <a:latin typeface="+mj-lt"/>
          <a:ea typeface="+mj-ea"/>
          <a:cs typeface="+mj-cs"/>
        </a:defRPr>
      </a:lvl1pPr>
      <a:lvl2pPr algn="ctr" eaLnBrk="0" fontAlgn="base" hangingPunct="0" rtl="0">
        <a:spcBef>
          <a:spcPct val="0"/>
        </a:spcBef>
        <a:spcAft>
          <a:spcPct val="0"/>
        </a:spcAft>
        <a:defRPr sz="4400" kumimoji="1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eaLnBrk="0" fontAlgn="base" hangingPunct="0" rtl="0">
        <a:spcBef>
          <a:spcPct val="0"/>
        </a:spcBef>
        <a:spcAft>
          <a:spcPct val="0"/>
        </a:spcAft>
        <a:defRPr sz="4400" kumimoji="1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eaLnBrk="0" fontAlgn="base" hangingPunct="0" rtl="0">
        <a:spcBef>
          <a:spcPct val="0"/>
        </a:spcBef>
        <a:spcAft>
          <a:spcPct val="0"/>
        </a:spcAft>
        <a:defRPr sz="4400" kumimoji="1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eaLnBrk="0" fontAlgn="base" hangingPunct="0" rtl="0">
        <a:spcBef>
          <a:spcPct val="0"/>
        </a:spcBef>
        <a:spcAft>
          <a:spcPct val="0"/>
        </a:spcAft>
        <a:defRPr sz="4400" kumimoji="1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algn="ctr" fontAlgn="base" marL="457200" rtl="0">
        <a:spcBef>
          <a:spcPct val="0"/>
        </a:spcBef>
        <a:spcAft>
          <a:spcPct val="0"/>
        </a:spcAft>
        <a:defRPr sz="4400" kumimoji="1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algn="ctr" fontAlgn="base" marL="914400" rtl="0">
        <a:spcBef>
          <a:spcPct val="0"/>
        </a:spcBef>
        <a:spcAft>
          <a:spcPct val="0"/>
        </a:spcAft>
        <a:defRPr sz="4400" kumimoji="1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algn="ctr" fontAlgn="base" marL="1371600" rtl="0">
        <a:spcBef>
          <a:spcPct val="0"/>
        </a:spcBef>
        <a:spcAft>
          <a:spcPct val="0"/>
        </a:spcAft>
        <a:defRPr sz="4400" kumimoji="1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algn="ctr" fontAlgn="base" marL="1828800" rtl="0">
        <a:spcBef>
          <a:spcPct val="0"/>
        </a:spcBef>
        <a:spcAft>
          <a:spcPct val="0"/>
        </a:spcAft>
        <a:defRPr sz="4400" kumimoji="1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algn="l" eaLnBrk="0" fontAlgn="base" hangingPunct="0" indent="-342900" marL="342900" rtl="0">
        <a:spcBef>
          <a:spcPct val="20000"/>
        </a:spcBef>
        <a:spcAft>
          <a:spcPct val="0"/>
        </a:spcAft>
        <a:buChar char="•"/>
        <a:defRPr sz="3200" kumimoji="1">
          <a:solidFill>
            <a:schemeClr val="tx1"/>
          </a:solidFill>
          <a:latin typeface="+mn-lt"/>
          <a:ea typeface="+mn-ea"/>
          <a:cs typeface="+mn-cs"/>
        </a:defRPr>
      </a:lvl1pPr>
      <a:lvl2pPr algn="l" eaLnBrk="0" fontAlgn="base" hangingPunct="0" indent="-285750" marL="742950" rtl="0">
        <a:spcBef>
          <a:spcPct val="20000"/>
        </a:spcBef>
        <a:spcAft>
          <a:spcPct val="0"/>
        </a:spcAft>
        <a:buChar char="–"/>
        <a:defRPr sz="2800" kumimoji="1">
          <a:solidFill>
            <a:schemeClr val="tx1"/>
          </a:solidFill>
          <a:latin typeface="+mn-lt"/>
          <a:ea typeface="+mn-ea"/>
        </a:defRPr>
      </a:lvl2pPr>
      <a:lvl3pPr algn="l" eaLnBrk="0" fontAlgn="base" hangingPunct="0" indent="-228600" marL="1143000" rtl="0">
        <a:spcBef>
          <a:spcPct val="20000"/>
        </a:spcBef>
        <a:spcAft>
          <a:spcPct val="0"/>
        </a:spcAft>
        <a:buChar char="•"/>
        <a:defRPr sz="2400" kumimoji="1">
          <a:solidFill>
            <a:schemeClr val="tx1"/>
          </a:solidFill>
          <a:latin typeface="+mn-lt"/>
          <a:ea typeface="+mn-ea"/>
        </a:defRPr>
      </a:lvl3pPr>
      <a:lvl4pPr algn="l" eaLnBrk="0" fontAlgn="base" hangingPunct="0" indent="-228600" marL="1600200" rtl="0">
        <a:spcBef>
          <a:spcPct val="20000"/>
        </a:spcBef>
        <a:spcAft>
          <a:spcPct val="0"/>
        </a:spcAft>
        <a:buChar char="–"/>
        <a:defRPr sz="2000" kumimoji="1">
          <a:solidFill>
            <a:schemeClr val="tx1"/>
          </a:solidFill>
          <a:latin typeface="+mn-lt"/>
          <a:ea typeface="+mn-ea"/>
        </a:defRPr>
      </a:lvl4pPr>
      <a:lvl5pPr algn="l" eaLnBrk="0" fontAlgn="base" hangingPunct="0" indent="-228600" marL="2057400" rtl="0">
        <a:spcBef>
          <a:spcPct val="20000"/>
        </a:spcBef>
        <a:spcAft>
          <a:spcPct val="0"/>
        </a:spcAft>
        <a:buChar char="»"/>
        <a:defRPr sz="2000" kumimoji="1">
          <a:solidFill>
            <a:schemeClr val="tx1"/>
          </a:solidFill>
          <a:latin typeface="+mn-lt"/>
          <a:ea typeface="+mn-ea"/>
        </a:defRPr>
      </a:lvl5pPr>
      <a:lvl6pPr algn="l" fontAlgn="base" indent="-228600" marL="2514600" rtl="0">
        <a:spcBef>
          <a:spcPct val="20000"/>
        </a:spcBef>
        <a:spcAft>
          <a:spcPct val="0"/>
        </a:spcAft>
        <a:buChar char="»"/>
        <a:defRPr sz="2000" kumimoji="1">
          <a:solidFill>
            <a:schemeClr val="tx1"/>
          </a:solidFill>
          <a:latin typeface="+mn-lt"/>
          <a:ea typeface="+mn-ea"/>
        </a:defRPr>
      </a:lvl6pPr>
      <a:lvl7pPr algn="l" fontAlgn="base" indent="-228600" marL="2971800" rtl="0">
        <a:spcBef>
          <a:spcPct val="20000"/>
        </a:spcBef>
        <a:spcAft>
          <a:spcPct val="0"/>
        </a:spcAft>
        <a:buChar char="»"/>
        <a:defRPr sz="2000" kumimoji="1">
          <a:solidFill>
            <a:schemeClr val="tx1"/>
          </a:solidFill>
          <a:latin typeface="+mn-lt"/>
          <a:ea typeface="+mn-ea"/>
        </a:defRPr>
      </a:lvl7pPr>
      <a:lvl8pPr algn="l" fontAlgn="base" indent="-228600" marL="3429000" rtl="0">
        <a:spcBef>
          <a:spcPct val="20000"/>
        </a:spcBef>
        <a:spcAft>
          <a:spcPct val="0"/>
        </a:spcAft>
        <a:buChar char="»"/>
        <a:defRPr sz="2000" kumimoji="1">
          <a:solidFill>
            <a:schemeClr val="tx1"/>
          </a:solidFill>
          <a:latin typeface="+mn-lt"/>
          <a:ea typeface="+mn-ea"/>
        </a:defRPr>
      </a:lvl8pPr>
      <a:lvl9pPr algn="l" fontAlgn="base" indent="-228600" marL="3886200" rtl="0">
        <a:spcBef>
          <a:spcPct val="20000"/>
        </a:spcBef>
        <a:spcAft>
          <a:spcPct val="0"/>
        </a:spcAft>
        <a:buChar char="»"/>
        <a:defRPr sz="2000"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oleObject" Target="../embeddings/oleObject0.bin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6.wmf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2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pic>
        <p:nvPicPr>
          <p:cNvPr id="2097152" name="图片 1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0" y="17462"/>
            <a:ext cx="9144000" cy="6823075"/>
          </a:xfrm>
          <a:prstGeom prst="rect"/>
          <a:noFill/>
          <a:ln>
            <a:noFill/>
          </a:ln>
        </p:spPr>
      </p:pic>
    </p:spTree>
  </p:cSld>
  <p:clrMapOvr>
    <a:masterClrMapping/>
  </p:clrMapOvr>
  <p:transition spd="slow" advClick="1"/>
  <p:timing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77" name="矩形 1"/>
          <p:cNvSpPr/>
          <p:nvPr/>
        </p:nvSpPr>
        <p:spPr>
          <a:xfrm rot="0">
            <a:off x="1403350" y="944562"/>
            <a:ext cx="6176962" cy="120904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5pPr>
          </a:lstStyle>
          <a:p>
            <a:pPr eaLnBrk="1" hangingPunct="1" lvl="0"/>
            <a:r>
              <a:rPr altLang="en-US" b="1" sz="6600" lang="zh-CN">
                <a:latin typeface="华文新魏" pitchFamily="2" charset="-122"/>
                <a:ea typeface="华文新魏" pitchFamily="2" charset="-122"/>
              </a:rPr>
              <a:t>太阳能电池特性</a:t>
            </a:r>
          </a:p>
        </p:txBody>
      </p:sp>
      <p:graphicFrame>
        <p:nvGraphicFramePr>
          <p:cNvPr id="4194304" name=""/>
          <p:cNvGraphicFramePr>
            <a:graphicFrameLocks/>
          </p:cNvGraphicFramePr>
          <p:nvPr/>
        </p:nvGraphicFramePr>
        <p:xfrm rot="0">
          <a:off x="0" y="0"/>
          <a:ext cx="9144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" spid="" imgH="736600" imgW="9144000" showAsIcon="0" progId="Photoshop.Image.11">
                  <p:embed followColorScheme="full"/>
                  <p:pic>
                    <p:nvPicPr>
                      <p:cNvPr id="2097153" name="对象 2"/>
                      <p:cNvPicPr>
                        <a:picLocks/>
                      </p:cNvPicPr>
                      <p:nvPr/>
                    </p:nvPicPr>
                    <p:blipFill>
                      <a:blip xmlns:r="http://schemas.openxmlformats.org/officeDocument/2006/relationships" r:embed="rId2"/>
                      <a:srcRect l="0" t="0" r="0" b="0"/>
                      <a:stretch>
                        <a:fillRect/>
                      </a:stretch>
                    </p:blipFill>
                    <p:spPr>
                      <a:xfrm rot="0">
                        <a:off x="0" y="0"/>
                        <a:ext cx="9144000" cy="736600"/>
                      </a:xfrm>
                      <a:prstGeom prst="rect"/>
                      <a:noFill/>
                      <a:ln>
                        <a:noFill/>
                      </a:ln>
                    </p:spPr>
                  </p:pic>
                </p:oleObj>
              </mc:Choice>
              <mc:Fallback>
                <p:oleObj name="Image" r:id="rId1" spid="" imgH="736600" imgW="9144000" showAsIcon="0" progId="Photoshop.Image.11">
                  <p:embed followColorScheme="full"/>
                  <p:pic>
                    <p:nvPicPr>
                      <p:cNvPr id="2097153" name="对象 2"/>
                      <p:cNvPicPr>
                        <a:picLocks/>
                      </p:cNvPicPr>
                      <p:nvPr/>
                    </p:nvPicPr>
                    <p:blipFill>
                      <a:blip xmlns:r="http://schemas.openxmlformats.org/officeDocument/2006/relationships" r:embed="rId2"/>
                      <a:srcRect l="0" t="0" r="0" b="0"/>
                      <a:stretch>
                        <a:fillRect/>
                      </a:stretch>
                    </p:blipFill>
                    <p:spPr>
                      <a:xfrm rot="0">
                        <a:off x="0" y="0"/>
                        <a:ext cx="9144000" cy="736600"/>
                      </a:xfrm>
                      <a:prstGeom prst="rect"/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97154" name="图片 9"/>
          <p:cNvPicPr>
            <a:picLocks/>
          </p:cNvPicPr>
          <p:nvPr/>
        </p:nvPicPr>
        <p:blipFill>
          <a:blip xmlns:r="http://schemas.openxmlformats.org/officeDocument/2006/relationships" r:embed="rId3"/>
          <a:srcRect l="0" t="0" r="0" b="0"/>
          <a:stretch>
            <a:fillRect/>
          </a:stretch>
        </p:blipFill>
        <p:spPr>
          <a:xfrm rot="0">
            <a:off x="1187450" y="2247900"/>
            <a:ext cx="6935787" cy="3278187"/>
          </a:xfrm>
          <a:prstGeom prst="rect"/>
          <a:noFill/>
          <a:ln>
            <a:noFill/>
          </a:ln>
        </p:spPr>
      </p:pic>
      <p:sp>
        <p:nvSpPr>
          <p:cNvPr id="1048578" name="Text Box 9"/>
          <p:cNvSpPr txBox="1"/>
          <p:nvPr/>
        </p:nvSpPr>
        <p:spPr>
          <a:xfrm rot="0">
            <a:off x="1803400" y="5805487"/>
            <a:ext cx="5537200" cy="56134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5pPr>
          </a:lstStyle>
          <a:p>
            <a:pPr algn="ctr" eaLnBrk="1" hangingPunct="1" lvl="0">
              <a:spcBef>
                <a:spcPct val="50000"/>
              </a:spcBef>
            </a:pPr>
            <a:r>
              <a:rPr altLang="zh-CN" b="1" sz="2800" lang="en-US">
                <a:latin typeface="微软雅黑" pitchFamily="34" charset="-122"/>
                <a:ea typeface="微软雅黑" pitchFamily="34" charset="-122"/>
              </a:rPr>
              <a:t>( </a:t>
            </a:r>
            <a:r>
              <a:rPr altLang="en-US" b="1" sz="2800" lang="zh-CN">
                <a:latin typeface="微软雅黑" pitchFamily="34" charset="-122"/>
                <a:ea typeface="微软雅黑" pitchFamily="34" charset="-122"/>
              </a:rPr>
              <a:t>物理实验中心 </a:t>
            </a:r>
            <a:r>
              <a:rPr altLang="zh-CN" b="1" sz="2800" lang="en-US">
                <a:latin typeface="微软雅黑" pitchFamily="34" charset="-122"/>
                <a:ea typeface="微软雅黑" pitchFamily="34" charset="-122"/>
              </a:rPr>
              <a:t>310#)</a:t>
            </a:r>
          </a:p>
        </p:txBody>
      </p:sp>
    </p:spTree>
  </p:cSld>
  <p:clrMapOvr>
    <a:masterClrMapping/>
  </p:clrMapOvr>
  <p:timing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82" name="矩形 1"/>
          <p:cNvSpPr/>
          <p:nvPr/>
        </p:nvSpPr>
        <p:spPr>
          <a:xfrm rot="0">
            <a:off x="539750" y="1125537"/>
            <a:ext cx="8135937" cy="359664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5pPr>
          </a:lstStyle>
          <a:p>
            <a:pPr lvl="0">
              <a:lnSpc>
                <a:spcPct val="200000"/>
              </a:lnSpc>
            </a:pPr>
            <a:r>
              <a:rPr altLang="zh-CN" b="1" sz="3200" lang="zh-CN">
                <a:latin typeface="微软雅黑" pitchFamily="34" charset="-122"/>
                <a:ea typeface="微软雅黑" pitchFamily="34" charset="-122"/>
              </a:rPr>
              <a:t>【实验目的】</a:t>
            </a:r>
          </a:p>
          <a:p>
            <a:pPr algn="just" lvl="0">
              <a:lnSpc>
                <a:spcPct val="200000"/>
              </a:lnSpc>
              <a:buFontTx/>
              <a:buAutoNum type="arabicPeriod" startAt="1"/>
            </a:pPr>
            <a:r>
              <a:rPr altLang="en-US" lang="zh-CN">
                <a:latin typeface="微软雅黑" pitchFamily="34" charset="-122"/>
                <a:ea typeface="微软雅黑" pitchFamily="34" charset="-122"/>
              </a:rPr>
              <a:t>了解并掌握太阳能发电系统的基本</a:t>
            </a:r>
            <a:r>
              <a:rPr altLang="zh-CN" lang="zh-CN">
                <a:latin typeface="微软雅黑" pitchFamily="34" charset="-122"/>
                <a:ea typeface="微软雅黑" pitchFamily="34" charset="-122"/>
              </a:rPr>
              <a:t>组成</a:t>
            </a:r>
          </a:p>
          <a:p>
            <a:pPr algn="just" lvl="0">
              <a:lnSpc>
                <a:spcPct val="200000"/>
              </a:lnSpc>
              <a:buFontTx/>
              <a:buAutoNum type="arabicPeriod" startAt="1"/>
            </a:pPr>
            <a:r>
              <a:rPr altLang="zh-CN" lang="zh-CN">
                <a:latin typeface="微软雅黑" pitchFamily="34" charset="-122"/>
                <a:ea typeface="微软雅黑" pitchFamily="34" charset="-122"/>
              </a:rPr>
              <a:t>测量太阳能电池输出伏安特性</a:t>
            </a:r>
          </a:p>
          <a:p>
            <a:pPr algn="just" lvl="0">
              <a:lnSpc>
                <a:spcPct val="200000"/>
              </a:lnSpc>
              <a:buFontTx/>
              <a:buAutoNum type="arabicPeriod" startAt="1"/>
            </a:pPr>
            <a:r>
              <a:rPr altLang="zh-CN" lang="zh-CN">
                <a:latin typeface="微软雅黑" pitchFamily="34" charset="-122"/>
                <a:ea typeface="微软雅黑" pitchFamily="34" charset="-122"/>
              </a:rPr>
              <a:t>太阳能电池对储能装置两种方式充电实验</a:t>
            </a:r>
          </a:p>
        </p:txBody>
      </p:sp>
    </p:spTree>
  </p:cSld>
  <p:clrMapOvr>
    <a:masterClrMapping/>
  </p:clrMapOvr>
  <p:timing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83" name="矩形 1"/>
          <p:cNvSpPr/>
          <p:nvPr/>
        </p:nvSpPr>
        <p:spPr>
          <a:xfrm rot="0">
            <a:off x="323850" y="344487"/>
            <a:ext cx="3840481" cy="497839"/>
          </a:xfrm>
          <a:prstGeom prst="rect"/>
          <a:noFill/>
          <a:ln>
            <a:noFill/>
          </a:ln>
        </p:spPr>
        <p:txBody>
          <a:bodyPr anchor="t" bIns="45720" lIns="91440" rIns="91440" tIns="45720" vert="horz" wrap="none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5pPr>
          </a:lstStyle>
          <a:p>
            <a:pPr lvl="0"/>
            <a:r>
              <a:rPr altLang="en-US" b="1" lang="zh-CN">
                <a:latin typeface="微软雅黑" pitchFamily="34" charset="-122"/>
                <a:ea typeface="微软雅黑" pitchFamily="34" charset="-122"/>
              </a:rPr>
              <a:t>离网型太阳能光伏电源系统</a:t>
            </a:r>
          </a:p>
        </p:txBody>
      </p:sp>
      <p:pic>
        <p:nvPicPr>
          <p:cNvPr id="2097155" name="图片 4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496887" y="1052512"/>
            <a:ext cx="7675562" cy="2705100"/>
          </a:xfrm>
          <a:prstGeom prst="rect"/>
          <a:noFill/>
          <a:ln>
            <a:noFill/>
          </a:ln>
        </p:spPr>
      </p:pic>
      <p:sp>
        <p:nvSpPr>
          <p:cNvPr id="1048584" name="矩形 12"/>
          <p:cNvSpPr/>
          <p:nvPr/>
        </p:nvSpPr>
        <p:spPr>
          <a:xfrm rot="0">
            <a:off x="4716462" y="4076700"/>
            <a:ext cx="3738881" cy="2148840"/>
          </a:xfrm>
          <a:prstGeom prst="rect"/>
          <a:noFill/>
          <a:ln>
            <a:noFill/>
          </a:ln>
        </p:spPr>
        <p:txBody>
          <a:bodyPr anchor="t" bIns="45720" lIns="91440" rIns="91440" tIns="45720" vert="horz" wrap="none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5pPr>
          </a:lstStyle>
          <a:p>
            <a:pPr lvl="0">
              <a:lnSpc>
                <a:spcPct val="150000"/>
              </a:lnSpc>
            </a:pPr>
            <a:r>
              <a:rPr altLang="en-US" sz="2000" lang="zh-CN">
                <a:latin typeface="微软雅黑" pitchFamily="34" charset="-122"/>
                <a:ea typeface="微软雅黑" pitchFamily="34" charset="-122"/>
              </a:rPr>
              <a:t>控制器：充放电控制</a:t>
            </a:r>
          </a:p>
          <a:p>
            <a:pPr lvl="0">
              <a:lnSpc>
                <a:spcPct val="150000"/>
              </a:lnSpc>
            </a:pPr>
            <a:r>
              <a:rPr altLang="zh-CN" sz="2000" lang="en-US">
                <a:latin typeface="微软雅黑" pitchFamily="34" charset="-122"/>
                <a:ea typeface="微软雅黑" pitchFamily="34" charset="-122"/>
              </a:rPr>
              <a:t>DC-DC</a:t>
            </a:r>
            <a:r>
              <a:rPr altLang="en-US" sz="2000" lang="zh-CN">
                <a:latin typeface="微软雅黑" pitchFamily="34" charset="-122"/>
                <a:ea typeface="微软雅黑" pitchFamily="34" charset="-122"/>
              </a:rPr>
              <a:t>：直流电压变换电路</a:t>
            </a:r>
          </a:p>
          <a:p>
            <a:pPr lvl="0">
              <a:lnSpc>
                <a:spcPct val="150000"/>
              </a:lnSpc>
            </a:pPr>
            <a:r>
              <a:rPr altLang="zh-CN" sz="2000" lang="zh-CN">
                <a:latin typeface="微软雅黑" pitchFamily="34" charset="-122"/>
                <a:ea typeface="微软雅黑" pitchFamily="34" charset="-122"/>
              </a:rPr>
              <a:t>储能装置</a:t>
            </a:r>
            <a:r>
              <a:rPr altLang="en-US" sz="2000" lang="zh-CN">
                <a:latin typeface="微软雅黑" pitchFamily="34" charset="-122"/>
                <a:ea typeface="微软雅黑" pitchFamily="34" charset="-122"/>
              </a:rPr>
              <a:t>：</a:t>
            </a:r>
            <a:r>
              <a:rPr altLang="zh-CN" sz="2000" lang="zh-CN">
                <a:latin typeface="微软雅黑" pitchFamily="34" charset="-122"/>
                <a:ea typeface="微软雅黑" pitchFamily="34" charset="-122"/>
              </a:rPr>
              <a:t>蓄电池</a:t>
            </a:r>
            <a:r>
              <a:rPr altLang="en-US" sz="2000" lang="zh-CN">
                <a:latin typeface="微软雅黑" pitchFamily="34" charset="-122"/>
                <a:ea typeface="微软雅黑" pitchFamily="34" charset="-122"/>
              </a:rPr>
              <a:t>或</a:t>
            </a:r>
            <a:r>
              <a:rPr altLang="zh-CN" b="1" sz="2000" lang="zh-CN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超级电容器</a:t>
            </a:r>
          </a:p>
          <a:p>
            <a:pPr lvl="0">
              <a:lnSpc>
                <a:spcPct val="150000"/>
              </a:lnSpc>
            </a:pPr>
            <a:r>
              <a:rPr altLang="zh-CN" sz="2000" lang="zh-CN">
                <a:latin typeface="微软雅黑" pitchFamily="34" charset="-122"/>
                <a:ea typeface="微软雅黑" pitchFamily="34" charset="-122"/>
              </a:rPr>
              <a:t>逆变器</a:t>
            </a:r>
            <a:r>
              <a:rPr altLang="en-US" sz="2000" lang="zh-CN">
                <a:latin typeface="微软雅黑" pitchFamily="34" charset="-122"/>
                <a:ea typeface="微软雅黑" pitchFamily="34" charset="-122"/>
              </a:rPr>
              <a:t>：直流电变换为交流电</a:t>
            </a:r>
          </a:p>
        </p:txBody>
      </p:sp>
      <p:pic>
        <p:nvPicPr>
          <p:cNvPr id="2097156" name="图片 5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496887" y="3933825"/>
            <a:ext cx="3694112" cy="2303462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3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85" name="矩形 1"/>
          <p:cNvSpPr/>
          <p:nvPr/>
        </p:nvSpPr>
        <p:spPr>
          <a:xfrm rot="0">
            <a:off x="292100" y="374650"/>
            <a:ext cx="5817616" cy="1310640"/>
          </a:xfrm>
          <a:prstGeom prst="rect"/>
          <a:noFill/>
          <a:ln>
            <a:noFill/>
          </a:ln>
        </p:spPr>
        <p:txBody>
          <a:bodyPr anchor="t" bIns="45720" lIns="91440" rIns="91440" tIns="45720" vert="horz" wrap="none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5pPr>
          </a:lstStyle>
          <a:p>
            <a:pPr lvl="0"/>
            <a:r>
              <a:rPr altLang="en-US" b="1" lang="zh-CN">
                <a:solidFill>
                  <a:srgbClr val="FFFF00"/>
                </a:solidFill>
              </a:rPr>
              <a:t>实验内容</a:t>
            </a:r>
            <a:r>
              <a:rPr altLang="zh-CN" b="1" lang="en-US">
                <a:solidFill>
                  <a:srgbClr val="FFFF00"/>
                </a:solidFill>
              </a:rPr>
              <a:t>1</a:t>
            </a:r>
            <a:r>
              <a:rPr altLang="en-US" b="1" lang="zh-CN">
                <a:solidFill>
                  <a:srgbClr val="FFFF00"/>
                </a:solidFill>
              </a:rPr>
              <a:t>：测量太阳能电池输出伏安特性</a:t>
            </a:r>
          </a:p>
          <a:p>
            <a:pPr lvl="0"/>
            <a:endParaRPr altLang="en-US" lang="zh-CN"/>
          </a:p>
          <a:p>
            <a:pPr lvl="0"/>
            <a:r>
              <a:rPr altLang="en-US" lang="zh-CN"/>
              <a:t>目的：确定太阳能电池最大输出功率</a:t>
            </a:r>
          </a:p>
        </p:txBody>
      </p:sp>
      <p:graphicFrame>
        <p:nvGraphicFramePr>
          <p:cNvPr id="4194305" name=""/>
          <p:cNvGraphicFramePr>
            <a:graphicFrameLocks/>
          </p:cNvGraphicFramePr>
          <p:nvPr/>
        </p:nvGraphicFramePr>
        <p:xfrm rot="0">
          <a:off x="268287" y="1773237"/>
          <a:ext cx="4302125" cy="2322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1" spid="" imgH="2322512" imgW="4302125" showAsIcon="0" progId="Word.Picture.8">
                  <p:embed followColorScheme="full"/>
                  <p:pic>
                    <p:nvPicPr>
                      <p:cNvPr id="2097157" name="对象 3"/>
                      <p:cNvPicPr>
                        <a:picLocks/>
                      </p:cNvPicPr>
                      <p:nvPr/>
                    </p:nvPicPr>
                    <p:blipFill>
                      <a:blip xmlns:r="http://schemas.openxmlformats.org/officeDocument/2006/relationships" r:embed="rId2"/>
                      <a:srcRect l="0" t="0" r="0" b="12337"/>
                      <a:stretch>
                        <a:fillRect/>
                      </a:stretch>
                    </p:blipFill>
                    <p:spPr>
                      <a:xfrm rot="0">
                        <a:off x="268287" y="1773237"/>
                        <a:ext cx="4302125" cy="2322512"/>
                      </a:xfrm>
                      <a:prstGeom prst="rect"/>
                      <a:solidFill>
                        <a:schemeClr val="dk1"/>
                      </a:solidFill>
                      <a:ln>
                        <a:noFill/>
                      </a:ln>
                    </p:spPr>
                  </p:pic>
                </p:oleObj>
              </mc:Choice>
              <mc:Fallback>
                <p:oleObj name="Picture" r:id="rId1" spid="" imgH="2322512" imgW="4302125" showAsIcon="0" progId="Word.Picture.8">
                  <p:embed followColorScheme="full"/>
                  <p:pic>
                    <p:nvPicPr>
                      <p:cNvPr id="2097157" name="对象 3"/>
                      <p:cNvPicPr>
                        <a:picLocks/>
                      </p:cNvPicPr>
                      <p:nvPr/>
                    </p:nvPicPr>
                    <p:blipFill>
                      <a:blip xmlns:r="http://schemas.openxmlformats.org/officeDocument/2006/relationships" r:embed="rId2"/>
                      <a:srcRect l="0" t="0" r="0" b="12337"/>
                      <a:stretch>
                        <a:fillRect/>
                      </a:stretch>
                    </p:blipFill>
                    <p:spPr>
                      <a:xfrm rot="0">
                        <a:off x="268287" y="1773237"/>
                        <a:ext cx="4302125" cy="2322512"/>
                      </a:xfrm>
                      <a:prstGeom prst="rect"/>
                      <a:solidFill>
                        <a:schemeClr val="dk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97158" name="图片 4"/>
          <p:cNvPicPr>
            <a:picLocks/>
          </p:cNvPicPr>
          <p:nvPr/>
        </p:nvPicPr>
        <p:blipFill>
          <a:blip xmlns:r="http://schemas.openxmlformats.org/officeDocument/2006/relationships" r:embed="rId3"/>
          <a:srcRect l="0" t="0" r="0" b="0"/>
          <a:stretch>
            <a:fillRect/>
          </a:stretch>
        </p:blipFill>
        <p:spPr>
          <a:xfrm rot="0">
            <a:off x="52387" y="4284662"/>
            <a:ext cx="9037638" cy="1579562"/>
          </a:xfrm>
          <a:prstGeom prst="rect"/>
          <a:noFill/>
          <a:ln>
            <a:noFill/>
          </a:ln>
        </p:spPr>
      </p:pic>
      <p:pic>
        <p:nvPicPr>
          <p:cNvPr id="2097159" name="图片 5"/>
          <p:cNvPicPr>
            <a:picLocks/>
          </p:cNvPicPr>
          <p:nvPr/>
        </p:nvPicPr>
        <p:blipFill>
          <a:blip xmlns:r="http://schemas.openxmlformats.org/officeDocument/2006/relationships" r:embed="rId4"/>
          <a:srcRect l="0" t="0" r="0" b="0"/>
          <a:stretch>
            <a:fillRect/>
          </a:stretch>
        </p:blipFill>
        <p:spPr>
          <a:xfrm rot="0">
            <a:off x="4716462" y="1778000"/>
            <a:ext cx="4248150" cy="2322512"/>
          </a:xfrm>
          <a:prstGeom prst="rect"/>
          <a:noFill/>
          <a:ln>
            <a:noFill/>
          </a:ln>
        </p:spPr>
      </p:pic>
      <p:sp>
        <p:nvSpPr>
          <p:cNvPr id="1048586" name="矩形 1"/>
          <p:cNvSpPr/>
          <p:nvPr/>
        </p:nvSpPr>
        <p:spPr>
          <a:xfrm rot="0">
            <a:off x="309562" y="6048375"/>
            <a:ext cx="6292850" cy="49784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5pPr>
          </a:lstStyle>
          <a:p>
            <a:pPr lvl="0"/>
            <a:r>
              <a:rPr altLang="en-US" lang="zh-CN"/>
              <a:t>功率</a:t>
            </a:r>
            <a:r>
              <a:rPr altLang="zh-CN" lang="en-US"/>
              <a:t>P</a:t>
            </a:r>
            <a:r>
              <a:rPr altLang="zh-CN" baseline="-25000" lang="en-US"/>
              <a:t>0</a:t>
            </a:r>
            <a:r>
              <a:rPr altLang="en-US" lang="zh-CN"/>
              <a:t>需要课堂上计算出来</a:t>
            </a:r>
          </a:p>
        </p:txBody>
      </p:sp>
    </p:spTree>
  </p:cSld>
  <p:clrMapOvr>
    <a:masterClrMapping/>
  </p:clrMapOvr>
  <p:timing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3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87" name="矩形 1"/>
          <p:cNvSpPr/>
          <p:nvPr/>
        </p:nvSpPr>
        <p:spPr>
          <a:xfrm rot="0">
            <a:off x="250825" y="404812"/>
            <a:ext cx="6583681" cy="1310640"/>
          </a:xfrm>
          <a:prstGeom prst="rect"/>
          <a:noFill/>
          <a:ln>
            <a:noFill/>
          </a:ln>
        </p:spPr>
        <p:txBody>
          <a:bodyPr anchor="t" bIns="45720" lIns="91440" rIns="91440" tIns="45720" vert="horz" wrap="none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5pPr>
          </a:lstStyle>
          <a:p>
            <a:pPr lvl="0"/>
            <a:r>
              <a:rPr altLang="en-US" b="1" lang="zh-CN">
                <a:solidFill>
                  <a:srgbClr val="FFFF00"/>
                </a:solidFill>
              </a:rPr>
              <a:t>实验内容</a:t>
            </a:r>
            <a:r>
              <a:rPr altLang="zh-CN" b="1" lang="en-US">
                <a:solidFill>
                  <a:srgbClr val="FFFF00"/>
                </a:solidFill>
              </a:rPr>
              <a:t>2</a:t>
            </a:r>
            <a:r>
              <a:rPr altLang="en-US" b="1" lang="zh-CN">
                <a:solidFill>
                  <a:srgbClr val="FFFF00"/>
                </a:solidFill>
              </a:rPr>
              <a:t>：遮挡对太阳能电池输出的影响</a:t>
            </a:r>
          </a:p>
          <a:p>
            <a:pPr lvl="0"/>
            <a:endParaRPr altLang="en-US" lang="zh-CN"/>
          </a:p>
          <a:p>
            <a:pPr lvl="0"/>
            <a:r>
              <a:rPr altLang="en-US" lang="zh-CN"/>
              <a:t>目的：分析不同遮挡方式对电池输出电流的影响</a:t>
            </a:r>
          </a:p>
        </p:txBody>
      </p:sp>
      <p:pic>
        <p:nvPicPr>
          <p:cNvPr id="2097160" name="图片 6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4427537" y="1781175"/>
            <a:ext cx="4484687" cy="2790825"/>
          </a:xfrm>
          <a:prstGeom prst="rect"/>
          <a:noFill/>
          <a:ln>
            <a:noFill/>
          </a:ln>
        </p:spPr>
      </p:pic>
      <p:pic>
        <p:nvPicPr>
          <p:cNvPr id="2097161" name="图片 7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250825" y="1781175"/>
            <a:ext cx="4068762" cy="2800350"/>
          </a:xfrm>
          <a:prstGeom prst="rect"/>
          <a:noFill/>
          <a:ln>
            <a:noFill/>
          </a:ln>
        </p:spPr>
      </p:pic>
      <p:pic>
        <p:nvPicPr>
          <p:cNvPr id="2097162" name="图片 1"/>
          <p:cNvPicPr>
            <a:picLocks/>
          </p:cNvPicPr>
          <p:nvPr/>
        </p:nvPicPr>
        <p:blipFill>
          <a:blip xmlns:r="http://schemas.openxmlformats.org/officeDocument/2006/relationships" r:embed="rId3"/>
          <a:srcRect l="0" t="0" r="0" b="0"/>
          <a:stretch>
            <a:fillRect/>
          </a:stretch>
        </p:blipFill>
        <p:spPr>
          <a:xfrm rot="0">
            <a:off x="0" y="4868862"/>
            <a:ext cx="9144000" cy="1800225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3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88" name="矩形 1"/>
          <p:cNvSpPr/>
          <p:nvPr/>
        </p:nvSpPr>
        <p:spPr>
          <a:xfrm rot="0">
            <a:off x="34925" y="96837"/>
            <a:ext cx="8983662" cy="207264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5pPr>
          </a:lstStyle>
          <a:p>
            <a:pPr lvl="0">
              <a:lnSpc>
                <a:spcPct val="150000"/>
              </a:lnSpc>
            </a:pPr>
            <a:r>
              <a:rPr altLang="en-US" b="1" lang="zh-CN">
                <a:solidFill>
                  <a:srgbClr val="FFFF00"/>
                </a:solidFill>
              </a:rPr>
              <a:t>实验内容</a:t>
            </a:r>
            <a:r>
              <a:rPr altLang="zh-CN" b="1" lang="en-US">
                <a:solidFill>
                  <a:srgbClr val="FFFF00"/>
                </a:solidFill>
              </a:rPr>
              <a:t>3</a:t>
            </a:r>
            <a:r>
              <a:rPr altLang="en-US" b="1" lang="zh-CN">
                <a:solidFill>
                  <a:srgbClr val="FFFF00"/>
                </a:solidFill>
              </a:rPr>
              <a:t>：太阳能电池对储能装置充电实验</a:t>
            </a:r>
          </a:p>
          <a:p>
            <a:pPr lvl="0">
              <a:lnSpc>
                <a:spcPct val="150000"/>
              </a:lnSpc>
            </a:pPr>
            <a:r>
              <a:rPr altLang="en-US" sz="1800" lang="zh-CN"/>
              <a:t>方法</a:t>
            </a:r>
            <a:r>
              <a:rPr altLang="zh-CN" sz="1800" lang="en-US"/>
              <a:t>1</a:t>
            </a:r>
            <a:r>
              <a:rPr altLang="en-US" sz="1800" lang="zh-CN"/>
              <a:t>：直接对超级电容器充电</a:t>
            </a:r>
          </a:p>
          <a:p>
            <a:pPr lvl="0">
              <a:lnSpc>
                <a:spcPct val="150000"/>
              </a:lnSpc>
            </a:pPr>
            <a:r>
              <a:rPr altLang="en-US" sz="1800" lang="zh-CN"/>
              <a:t>方法</a:t>
            </a:r>
            <a:r>
              <a:rPr altLang="zh-CN" sz="1800" lang="en-US"/>
              <a:t>2</a:t>
            </a:r>
            <a:r>
              <a:rPr altLang="en-US" sz="1800" lang="zh-CN"/>
              <a:t>：加上</a:t>
            </a:r>
            <a:r>
              <a:rPr altLang="zh-CN" sz="1800" lang="en-US"/>
              <a:t>DC-DC</a:t>
            </a:r>
            <a:r>
              <a:rPr altLang="en-US" sz="1800" lang="zh-CN"/>
              <a:t>电路再对超级电容充电</a:t>
            </a:r>
          </a:p>
          <a:p>
            <a:pPr lvl="0">
              <a:lnSpc>
                <a:spcPct val="150000"/>
              </a:lnSpc>
            </a:pPr>
            <a:r>
              <a:rPr altLang="en-US" sz="1800" lang="zh-CN"/>
              <a:t>目的：理解</a:t>
            </a:r>
            <a:r>
              <a:rPr altLang="zh-CN" sz="1800" lang="en-US"/>
              <a:t>DC-DC</a:t>
            </a:r>
            <a:r>
              <a:rPr altLang="en-US" sz="1800" lang="zh-CN"/>
              <a:t>电路作用</a:t>
            </a:r>
            <a:r>
              <a:rPr altLang="zh-CN" sz="1800" lang="en-US"/>
              <a:t>-</a:t>
            </a:r>
            <a:r>
              <a:rPr altLang="en-US" sz="1800" lang="zh-CN"/>
              <a:t>实现电池最大功率输出下的恒功率充电</a:t>
            </a:r>
          </a:p>
        </p:txBody>
      </p:sp>
      <p:sp>
        <p:nvSpPr>
          <p:cNvPr id="1048589" name="矩形 4"/>
          <p:cNvSpPr/>
          <p:nvPr/>
        </p:nvSpPr>
        <p:spPr>
          <a:xfrm rot="0">
            <a:off x="250825" y="3776662"/>
            <a:ext cx="8642350" cy="65024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5pPr>
          </a:lstStyle>
          <a:p>
            <a:pPr lvl="0"/>
            <a:r>
              <a:rPr altLang="en-US" b="1" sz="1600" lang="zh-CN"/>
              <a:t>  超级电容放电                                        直接充电                                                加</a:t>
            </a:r>
            <a:r>
              <a:rPr altLang="zh-CN" b="1" sz="1600" lang="en-US"/>
              <a:t>DC-DC</a:t>
            </a:r>
            <a:r>
              <a:rPr altLang="en-US" b="1" sz="1600" lang="zh-CN"/>
              <a:t>后充电</a:t>
            </a:r>
          </a:p>
        </p:txBody>
      </p:sp>
      <p:pic>
        <p:nvPicPr>
          <p:cNvPr id="2097163" name="图片 5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39558"/>
          <a:stretch>
            <a:fillRect/>
          </a:stretch>
        </p:blipFill>
        <p:spPr>
          <a:xfrm rot="0">
            <a:off x="6350" y="4122737"/>
            <a:ext cx="9145588" cy="2735262"/>
          </a:xfrm>
          <a:prstGeom prst="rect"/>
          <a:noFill/>
          <a:ln>
            <a:noFill/>
          </a:ln>
        </p:spPr>
      </p:pic>
      <p:pic>
        <p:nvPicPr>
          <p:cNvPr id="2097164" name="图片 3"/>
          <p:cNvPicPr>
            <a:picLocks/>
          </p:cNvPicPr>
          <p:nvPr/>
        </p:nvPicPr>
        <p:blipFill>
          <a:blip xmlns:r="http://schemas.openxmlformats.org/officeDocument/2006/relationships" r:embed="rId2"/>
          <a:srcRect l="62601" t="0" r="28625" b="0"/>
          <a:stretch>
            <a:fillRect/>
          </a:stretch>
        </p:blipFill>
        <p:spPr>
          <a:xfrm rot="0">
            <a:off x="5734050" y="2060575"/>
            <a:ext cx="804862" cy="1728787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pic>
      <p:sp>
        <p:nvSpPr>
          <p:cNvPr id="1048590" name="矩形 3"/>
          <p:cNvSpPr/>
          <p:nvPr/>
        </p:nvSpPr>
        <p:spPr>
          <a:xfrm rot="0">
            <a:off x="6527800" y="2060575"/>
            <a:ext cx="411162" cy="1728787"/>
          </a:xfrm>
          <a:prstGeom prst="rect"/>
          <a:solidFill>
            <a:schemeClr val="dk1"/>
          </a:solidFill>
          <a:ln>
            <a:noFill/>
          </a:ln>
        </p:spPr>
        <p:txBody>
          <a:bodyPr anchor="ctr" bIns="45720" lIns="91440" rIns="91440" tIns="45720" vert="horz" wrap="none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5pPr>
          </a:lstStyle>
          <a:p>
            <a:pPr algn="ctr" eaLnBrk="1" hangingPunct="1" lvl="0">
              <a:lnSpc>
                <a:spcPct val="130000"/>
              </a:lnSpc>
            </a:pPr>
            <a:endParaRPr altLang="en-US" b="1" lang="zh-CN">
              <a:ea typeface="微软雅黑" pitchFamily="34" charset="-122"/>
            </a:endParaRPr>
          </a:p>
        </p:txBody>
      </p:sp>
      <p:cxnSp>
        <p:nvCxnSpPr>
          <p:cNvPr id="3145728" name="直接连接符 8"/>
          <p:cNvCxnSpPr>
            <a:cxnSpLocks/>
          </p:cNvCxnSpPr>
          <p:nvPr/>
        </p:nvCxnSpPr>
        <p:spPr>
          <a:xfrm rot="0">
            <a:off x="6527800" y="2547937"/>
            <a:ext cx="411162" cy="0"/>
          </a:xfrm>
          <a:prstGeom prst="line"/>
          <a:solidFill>
            <a:schemeClr val="accent1"/>
          </a:solidFill>
          <a:ln w="28575" cap="flat" cmpd="sng">
            <a:solidFill>
              <a:schemeClr val="lt2">
                <a:alpha val="100000"/>
              </a:schemeClr>
            </a:solidFill>
            <a:prstDash val="solid"/>
            <a:round/>
          </a:ln>
        </p:spPr>
      </p:cxnSp>
      <p:cxnSp>
        <p:nvCxnSpPr>
          <p:cNvPr id="3145729" name="直接连接符 18"/>
          <p:cNvCxnSpPr>
            <a:cxnSpLocks/>
          </p:cNvCxnSpPr>
          <p:nvPr/>
        </p:nvCxnSpPr>
        <p:spPr>
          <a:xfrm rot="0">
            <a:off x="6527800" y="3294062"/>
            <a:ext cx="411162" cy="0"/>
          </a:xfrm>
          <a:prstGeom prst="line"/>
          <a:solidFill>
            <a:schemeClr val="accent1"/>
          </a:solidFill>
          <a:ln w="28575" cap="flat" cmpd="sng">
            <a:solidFill>
              <a:schemeClr val="lt2">
                <a:alpha val="100000"/>
              </a:schemeClr>
            </a:solidFill>
            <a:prstDash val="solid"/>
            <a:round/>
          </a:ln>
        </p:spPr>
      </p:cxnSp>
      <p:grpSp>
        <p:nvGrpSpPr>
          <p:cNvPr id="33" name=""/>
          <p:cNvGrpSpPr/>
          <p:nvPr/>
        </p:nvGrpSpPr>
        <p:grpSpPr>
          <a:xfrm rot="0">
            <a:off x="0" y="-132232"/>
            <a:ext cx="9136062" cy="3969057"/>
            <a:chOff x="0" y="-132421"/>
            <a:chExt cx="9135687" cy="3969059"/>
          </a:xfrm>
        </p:grpSpPr>
        <p:pic>
          <p:nvPicPr>
            <p:cNvPr id="2097165" name="图片 3"/>
            <p:cNvPicPr>
              <a:picLocks/>
            </p:cNvPicPr>
            <p:nvPr/>
          </p:nvPicPr>
          <p:blipFill>
            <a:blip xmlns:r="http://schemas.openxmlformats.org/officeDocument/2006/relationships" r:embed="rId2"/>
            <a:srcRect l="75987" t="0" r="0" b="0"/>
            <a:stretch>
              <a:fillRect/>
            </a:stretch>
          </p:blipFill>
          <p:spPr>
            <a:xfrm rot="0">
              <a:off x="6931394" y="2060848"/>
              <a:ext cx="2204293" cy="1728788"/>
            </a:xfrm>
            <a:prstGeom prst="rect"/>
            <a:noFill/>
            <a:ln>
              <a:noFill/>
            </a:ln>
          </p:spPr>
        </p:pic>
        <p:pic>
          <p:nvPicPr>
            <p:cNvPr id="2097166" name="图片 3"/>
            <p:cNvPicPr>
              <a:picLocks/>
            </p:cNvPicPr>
            <p:nvPr/>
          </p:nvPicPr>
          <p:blipFill>
            <a:blip xmlns:r="http://schemas.openxmlformats.org/officeDocument/2006/relationships" r:embed="rId2"/>
            <a:srcRect l="0" t="0" r="74504" b="0"/>
            <a:stretch>
              <a:fillRect/>
            </a:stretch>
          </p:blipFill>
          <p:spPr>
            <a:xfrm rot="0">
              <a:off x="0" y="2060848"/>
              <a:ext cx="2340453" cy="1728788"/>
            </a:xfrm>
            <a:prstGeom prst="rect"/>
            <a:noFill/>
            <a:ln>
              <a:noFill/>
            </a:ln>
          </p:spPr>
        </p:pic>
        <p:pic>
          <p:nvPicPr>
            <p:cNvPr id="2097167" name="图片 3"/>
            <p:cNvPicPr>
              <a:picLocks/>
            </p:cNvPicPr>
            <p:nvPr/>
          </p:nvPicPr>
          <p:blipFill>
            <a:blip xmlns:r="http://schemas.openxmlformats.org/officeDocument/2006/relationships" r:embed="rId2"/>
            <a:srcRect l="25206" t="0" r="38570" b="0"/>
            <a:stretch>
              <a:fillRect/>
            </a:stretch>
          </p:blipFill>
          <p:spPr>
            <a:xfrm rot="0">
              <a:off x="2377147" y="2060848"/>
              <a:ext cx="3325277" cy="1728788"/>
            </a:xfrm>
            <a:prstGeom prst="rect"/>
            <a:noFill/>
            <a:ln>
              <a:noFill/>
            </a:ln>
          </p:spPr>
        </p:pic>
        <p:pic>
          <p:nvPicPr>
            <p:cNvPr id="2097168" name="图片 3"/>
            <p:cNvPicPr>
              <a:picLocks/>
            </p:cNvPicPr>
            <p:nvPr/>
          </p:nvPicPr>
          <p:blipFill>
            <a:blip xmlns:r="http://schemas.openxmlformats.org/officeDocument/2006/relationships" r:embed="rId2"/>
            <a:srcRect l="62601" t="0" r="18332" b="0"/>
            <a:stretch>
              <a:fillRect/>
            </a:stretch>
          </p:blipFill>
          <p:spPr>
            <a:xfrm rot="0">
              <a:off x="7398378" y="297356"/>
              <a:ext cx="1734927" cy="1728788"/>
            </a:xfrm>
            <a:prstGeom prst="rect"/>
            <a:noFill/>
            <a:ln>
              <a:noFill/>
            </a:ln>
          </p:spPr>
        </p:pic>
        <p:sp>
          <p:nvSpPr>
            <p:cNvPr id="1048591" name="矩形 10"/>
            <p:cNvSpPr/>
            <p:nvPr/>
          </p:nvSpPr>
          <p:spPr>
            <a:xfrm rot="0">
              <a:off x="6578264" y="3216876"/>
              <a:ext cx="1444724" cy="619762"/>
            </a:xfrm>
            <a:prstGeom prst="rect"/>
            <a:noFill/>
            <a:ln>
              <a:noFill/>
            </a:ln>
          </p:spPr>
          <p:txBody>
            <a:bodyPr anchor="ctr" bIns="45720" lIns="91440" rIns="91440" tIns="4572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2400" i="0" u="none">
                  <a:solidFill>
                    <a:schemeClr val="dk1"/>
                  </a:solidFill>
                  <a:latin typeface="Times New Roman" pitchFamily="18" charset="0"/>
                  <a:ea typeface="宋体" pitchFamily="2" charset="-122"/>
                  <a:sym typeface="Times New Roman" pitchFamily="18" charset="0"/>
                </a:defRPr>
              </a:lvl1pPr>
              <a:lvl2pPr algn="l" eaLnBrk="0" fontAlgn="base" hangingPunct="0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2400" i="0" u="none">
                  <a:solidFill>
                    <a:schemeClr val="dk1"/>
                  </a:solidFill>
                  <a:latin typeface="Times New Roman" pitchFamily="18" charset="0"/>
                  <a:ea typeface="宋体" pitchFamily="2" charset="-122"/>
                  <a:sym typeface="Times New Roman" pitchFamily="18" charset="0"/>
                </a:defRPr>
              </a:lvl2pPr>
              <a:lvl3pPr algn="l" eaLnBrk="0" fontAlgn="base" hangingPunct="0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2400" i="0" u="none">
                  <a:solidFill>
                    <a:schemeClr val="dk1"/>
                  </a:solidFill>
                  <a:latin typeface="Times New Roman" pitchFamily="18" charset="0"/>
                  <a:ea typeface="宋体" pitchFamily="2" charset="-122"/>
                  <a:sym typeface="Times New Roman" pitchFamily="18" charset="0"/>
                </a:defRPr>
              </a:lvl3pPr>
              <a:lvl4pPr algn="l" eaLnBrk="0" fontAlgn="base" hangingPunct="0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2400" i="0" u="none">
                  <a:solidFill>
                    <a:schemeClr val="dk1"/>
                  </a:solidFill>
                  <a:latin typeface="Times New Roman" pitchFamily="18" charset="0"/>
                  <a:ea typeface="宋体" pitchFamily="2" charset="-122"/>
                  <a:sym typeface="Times New Roman" pitchFamily="18" charset="0"/>
                </a:defRPr>
              </a:lvl4pPr>
              <a:lvl5pPr algn="l" eaLnBrk="0" fontAlgn="base" hangingPunct="0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2400" i="0" u="none">
                  <a:solidFill>
                    <a:schemeClr val="dk1"/>
                  </a:solidFill>
                  <a:latin typeface="Times New Roman" pitchFamily="18" charset="0"/>
                  <a:ea typeface="宋体" pitchFamily="2" charset="-122"/>
                  <a:sym typeface="Times New Roman" pitchFamily="18" charset="0"/>
                </a:defRPr>
              </a:lvl5pPr>
            </a:lstStyle>
            <a:p>
              <a:pPr algn="ctr" eaLnBrk="1" hangingPunct="1" lvl="0">
                <a:lnSpc>
                  <a:spcPct val="130000"/>
                </a:lnSpc>
              </a:pPr>
              <a:r>
                <a:rPr altLang="zh-CN" b="1" lang="en-US">
                  <a:solidFill>
                    <a:schemeClr val="lt2"/>
                  </a:solidFill>
                  <a:ea typeface="微软雅黑" pitchFamily="34" charset="-122"/>
                </a:rPr>
                <a:t>-       -</a:t>
              </a:r>
            </a:p>
          </p:txBody>
        </p:sp>
        <p:sp>
          <p:nvSpPr>
            <p:cNvPr id="1048592" name="矩形 2"/>
            <p:cNvSpPr/>
            <p:nvPr/>
          </p:nvSpPr>
          <p:spPr>
            <a:xfrm rot="0">
              <a:off x="6578264" y="1894173"/>
              <a:ext cx="1444724" cy="619762"/>
            </a:xfrm>
            <a:prstGeom prst="rect"/>
            <a:noFill/>
            <a:ln>
              <a:noFill/>
            </a:ln>
          </p:spPr>
          <p:txBody>
            <a:bodyPr anchor="ctr" bIns="45720" lIns="91440" rIns="91440" tIns="4572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2400" i="0" u="none">
                  <a:solidFill>
                    <a:schemeClr val="dk1"/>
                  </a:solidFill>
                  <a:latin typeface="Times New Roman" pitchFamily="18" charset="0"/>
                  <a:ea typeface="宋体" pitchFamily="2" charset="-122"/>
                  <a:sym typeface="Times New Roman" pitchFamily="18" charset="0"/>
                </a:defRPr>
              </a:lvl1pPr>
              <a:lvl2pPr algn="l" eaLnBrk="0" fontAlgn="base" hangingPunct="0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2400" i="0" u="none">
                  <a:solidFill>
                    <a:schemeClr val="dk1"/>
                  </a:solidFill>
                  <a:latin typeface="Times New Roman" pitchFamily="18" charset="0"/>
                  <a:ea typeface="宋体" pitchFamily="2" charset="-122"/>
                  <a:sym typeface="Times New Roman" pitchFamily="18" charset="0"/>
                </a:defRPr>
              </a:lvl2pPr>
              <a:lvl3pPr algn="l" eaLnBrk="0" fontAlgn="base" hangingPunct="0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2400" i="0" u="none">
                  <a:solidFill>
                    <a:schemeClr val="dk1"/>
                  </a:solidFill>
                  <a:latin typeface="Times New Roman" pitchFamily="18" charset="0"/>
                  <a:ea typeface="宋体" pitchFamily="2" charset="-122"/>
                  <a:sym typeface="Times New Roman" pitchFamily="18" charset="0"/>
                </a:defRPr>
              </a:lvl3pPr>
              <a:lvl4pPr algn="l" eaLnBrk="0" fontAlgn="base" hangingPunct="0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2400" i="0" u="none">
                  <a:solidFill>
                    <a:schemeClr val="dk1"/>
                  </a:solidFill>
                  <a:latin typeface="Times New Roman" pitchFamily="18" charset="0"/>
                  <a:ea typeface="宋体" pitchFamily="2" charset="-122"/>
                  <a:sym typeface="Times New Roman" pitchFamily="18" charset="0"/>
                </a:defRPr>
              </a:lvl4pPr>
              <a:lvl5pPr algn="l" eaLnBrk="0" fontAlgn="base" hangingPunct="0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2400" i="0" u="none">
                  <a:solidFill>
                    <a:schemeClr val="dk1"/>
                  </a:solidFill>
                  <a:latin typeface="Times New Roman" pitchFamily="18" charset="0"/>
                  <a:ea typeface="宋体" pitchFamily="2" charset="-122"/>
                  <a:sym typeface="Times New Roman" pitchFamily="18" charset="0"/>
                </a:defRPr>
              </a:lvl5pPr>
            </a:lstStyle>
            <a:p>
              <a:pPr algn="ctr" eaLnBrk="1" hangingPunct="1" lvl="0">
                <a:lnSpc>
                  <a:spcPct val="130000"/>
                </a:lnSpc>
              </a:pPr>
              <a:r>
                <a:rPr altLang="zh-CN" b="1" lang="en-US">
                  <a:solidFill>
                    <a:srgbClr val="FF0000"/>
                  </a:solidFill>
                  <a:ea typeface="微软雅黑" pitchFamily="34" charset="-122"/>
                </a:rPr>
                <a:t>+      +</a:t>
              </a:r>
            </a:p>
          </p:txBody>
        </p:sp>
        <p:sp>
          <p:nvSpPr>
            <p:cNvPr id="1048593" name="矩形 19"/>
            <p:cNvSpPr/>
            <p:nvPr/>
          </p:nvSpPr>
          <p:spPr>
            <a:xfrm rot="0">
              <a:off x="8454326" y="1464511"/>
              <a:ext cx="408482" cy="619762"/>
            </a:xfrm>
            <a:prstGeom prst="rect"/>
            <a:noFill/>
            <a:ln>
              <a:noFill/>
            </a:ln>
          </p:spPr>
          <p:txBody>
            <a:bodyPr anchor="ctr" bIns="45720" lIns="91440" rIns="91440" tIns="4572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2400" i="0" u="none">
                  <a:solidFill>
                    <a:schemeClr val="dk1"/>
                  </a:solidFill>
                  <a:latin typeface="Times New Roman" pitchFamily="18" charset="0"/>
                  <a:ea typeface="宋体" pitchFamily="2" charset="-122"/>
                  <a:sym typeface="Times New Roman" pitchFamily="18" charset="0"/>
                </a:defRPr>
              </a:lvl1pPr>
              <a:lvl2pPr algn="l" eaLnBrk="0" fontAlgn="base" hangingPunct="0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2400" i="0" u="none">
                  <a:solidFill>
                    <a:schemeClr val="dk1"/>
                  </a:solidFill>
                  <a:latin typeface="Times New Roman" pitchFamily="18" charset="0"/>
                  <a:ea typeface="宋体" pitchFamily="2" charset="-122"/>
                  <a:sym typeface="Times New Roman" pitchFamily="18" charset="0"/>
                </a:defRPr>
              </a:lvl2pPr>
              <a:lvl3pPr algn="l" eaLnBrk="0" fontAlgn="base" hangingPunct="0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2400" i="0" u="none">
                  <a:solidFill>
                    <a:schemeClr val="dk1"/>
                  </a:solidFill>
                  <a:latin typeface="Times New Roman" pitchFamily="18" charset="0"/>
                  <a:ea typeface="宋体" pitchFamily="2" charset="-122"/>
                  <a:sym typeface="Times New Roman" pitchFamily="18" charset="0"/>
                </a:defRPr>
              </a:lvl3pPr>
              <a:lvl4pPr algn="l" eaLnBrk="0" fontAlgn="base" hangingPunct="0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2400" i="0" u="none">
                  <a:solidFill>
                    <a:schemeClr val="dk1"/>
                  </a:solidFill>
                  <a:latin typeface="Times New Roman" pitchFamily="18" charset="0"/>
                  <a:ea typeface="宋体" pitchFamily="2" charset="-122"/>
                  <a:sym typeface="Times New Roman" pitchFamily="18" charset="0"/>
                </a:defRPr>
              </a:lvl4pPr>
              <a:lvl5pPr algn="l" eaLnBrk="0" fontAlgn="base" hangingPunct="0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2400" i="0" u="none">
                  <a:solidFill>
                    <a:schemeClr val="dk1"/>
                  </a:solidFill>
                  <a:latin typeface="Times New Roman" pitchFamily="18" charset="0"/>
                  <a:ea typeface="宋体" pitchFamily="2" charset="-122"/>
                  <a:sym typeface="Times New Roman" pitchFamily="18" charset="0"/>
                </a:defRPr>
              </a:lvl5pPr>
            </a:lstStyle>
            <a:p>
              <a:pPr algn="ctr" eaLnBrk="1" hangingPunct="1" lvl="0">
                <a:lnSpc>
                  <a:spcPct val="130000"/>
                </a:lnSpc>
              </a:pPr>
              <a:r>
                <a:rPr altLang="zh-CN" b="1" lang="en-US">
                  <a:solidFill>
                    <a:schemeClr val="lt2"/>
                  </a:solidFill>
                  <a:ea typeface="微软雅黑" pitchFamily="34" charset="-122"/>
                </a:rPr>
                <a:t>-  </a:t>
              </a:r>
            </a:p>
          </p:txBody>
        </p:sp>
        <p:sp>
          <p:nvSpPr>
            <p:cNvPr id="1048594" name="矩形 20"/>
            <p:cNvSpPr/>
            <p:nvPr/>
          </p:nvSpPr>
          <p:spPr>
            <a:xfrm rot="0">
              <a:off x="8466636" y="-132421"/>
              <a:ext cx="370647" cy="1148082"/>
            </a:xfrm>
            <a:prstGeom prst="rect"/>
            <a:noFill/>
            <a:ln>
              <a:noFill/>
            </a:ln>
          </p:spPr>
          <p:txBody>
            <a:bodyPr anchor="ctr" bIns="45720" lIns="91440" rIns="91440" tIns="4572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2400" i="0" u="none">
                  <a:solidFill>
                    <a:schemeClr val="dk1"/>
                  </a:solidFill>
                  <a:latin typeface="Times New Roman" pitchFamily="18" charset="0"/>
                  <a:ea typeface="宋体" pitchFamily="2" charset="-122"/>
                  <a:sym typeface="Times New Roman" pitchFamily="18" charset="0"/>
                </a:defRPr>
              </a:lvl1pPr>
              <a:lvl2pPr algn="l" eaLnBrk="0" fontAlgn="base" hangingPunct="0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2400" i="0" u="none">
                  <a:solidFill>
                    <a:schemeClr val="dk1"/>
                  </a:solidFill>
                  <a:latin typeface="Times New Roman" pitchFamily="18" charset="0"/>
                  <a:ea typeface="宋体" pitchFamily="2" charset="-122"/>
                  <a:sym typeface="Times New Roman" pitchFamily="18" charset="0"/>
                </a:defRPr>
              </a:lvl2pPr>
              <a:lvl3pPr algn="l" eaLnBrk="0" fontAlgn="base" hangingPunct="0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2400" i="0" u="none">
                  <a:solidFill>
                    <a:schemeClr val="dk1"/>
                  </a:solidFill>
                  <a:latin typeface="Times New Roman" pitchFamily="18" charset="0"/>
                  <a:ea typeface="宋体" pitchFamily="2" charset="-122"/>
                  <a:sym typeface="Times New Roman" pitchFamily="18" charset="0"/>
                </a:defRPr>
              </a:lvl3pPr>
              <a:lvl4pPr algn="l" eaLnBrk="0" fontAlgn="base" hangingPunct="0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2400" i="0" u="none">
                  <a:solidFill>
                    <a:schemeClr val="dk1"/>
                  </a:solidFill>
                  <a:latin typeface="Times New Roman" pitchFamily="18" charset="0"/>
                  <a:ea typeface="宋体" pitchFamily="2" charset="-122"/>
                  <a:sym typeface="Times New Roman" pitchFamily="18" charset="0"/>
                </a:defRPr>
              </a:lvl4pPr>
              <a:lvl5pPr algn="l" eaLnBrk="0" fontAlgn="base" hangingPunct="0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2400" i="0" u="none">
                  <a:solidFill>
                    <a:schemeClr val="dk1"/>
                  </a:solidFill>
                  <a:latin typeface="Times New Roman" pitchFamily="18" charset="0"/>
                  <a:ea typeface="宋体" pitchFamily="2" charset="-122"/>
                  <a:sym typeface="Times New Roman" pitchFamily="18" charset="0"/>
                </a:defRPr>
              </a:lvl5pPr>
            </a:lstStyle>
            <a:p>
              <a:pPr algn="ctr" eaLnBrk="1" hangingPunct="1" lvl="0">
                <a:lnSpc>
                  <a:spcPct val="130000"/>
                </a:lnSpc>
              </a:pPr>
              <a:r>
                <a:rPr altLang="zh-CN" b="1" lang="en-US">
                  <a:solidFill>
                    <a:srgbClr val="FF0000"/>
                  </a:solidFill>
                  <a:ea typeface="微软雅黑" pitchFamily="34" charset="-122"/>
                </a:rPr>
                <a:t>+ </a:t>
              </a:r>
            </a:p>
          </p:txBody>
        </p:sp>
      </p:grpSp>
    </p:spTree>
  </p:cSld>
  <p:clrMapOvr>
    <a:masterClrMapping/>
  </p:clrMapOvr>
  <p:timing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3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95" name="矩形 1"/>
          <p:cNvSpPr/>
          <p:nvPr/>
        </p:nvSpPr>
        <p:spPr>
          <a:xfrm rot="0">
            <a:off x="147637" y="333375"/>
            <a:ext cx="8828088" cy="319024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5pPr>
          </a:lstStyle>
          <a:p>
            <a:pPr lvl="0"/>
            <a:r>
              <a:rPr altLang="en-US" b="1" lang="zh-CN">
                <a:solidFill>
                  <a:srgbClr val="FFFF00"/>
                </a:solidFill>
              </a:rPr>
              <a:t>实验内容</a:t>
            </a:r>
            <a:r>
              <a:rPr altLang="zh-CN" b="1" lang="en-US">
                <a:solidFill>
                  <a:srgbClr val="FFFF00"/>
                </a:solidFill>
              </a:rPr>
              <a:t>4</a:t>
            </a:r>
            <a:r>
              <a:rPr altLang="en-US" b="1" lang="zh-CN">
                <a:solidFill>
                  <a:srgbClr val="FFFF00"/>
                </a:solidFill>
              </a:rPr>
              <a:t>：太阳能电池直接带负载实验</a:t>
            </a:r>
          </a:p>
          <a:p>
            <a:pPr lvl="0"/>
            <a:endParaRPr altLang="zh-CN" lang="en-US"/>
          </a:p>
          <a:p>
            <a:pPr lvl="0">
              <a:lnSpc>
                <a:spcPct val="150000"/>
              </a:lnSpc>
            </a:pPr>
            <a:r>
              <a:rPr altLang="en-US" sz="1800" lang="zh-CN"/>
              <a:t>负载功率与太阳能电池最大输出功率一致：太阳能电池正常工作，最大限度输出能量</a:t>
            </a:r>
          </a:p>
          <a:p>
            <a:pPr lvl="0">
              <a:lnSpc>
                <a:spcPct val="150000"/>
              </a:lnSpc>
            </a:pPr>
            <a:r>
              <a:rPr altLang="en-US" sz="1800" lang="zh-CN"/>
              <a:t>若负载功率小于太阳能电池最大输出功率：控制器将一部分能量向储能装置充电</a:t>
            </a:r>
          </a:p>
          <a:p>
            <a:pPr lvl="0">
              <a:lnSpc>
                <a:spcPct val="150000"/>
              </a:lnSpc>
            </a:pPr>
            <a:r>
              <a:rPr altLang="en-US" sz="1800" lang="zh-CN"/>
              <a:t>负载功率大于太阳能电池最大输出功率：由储能装置向负载提供部分电能</a:t>
            </a:r>
          </a:p>
          <a:p>
            <a:pPr lvl="0">
              <a:lnSpc>
                <a:spcPct val="150000"/>
              </a:lnSpc>
            </a:pPr>
            <a:endParaRPr altLang="en-US" b="1" sz="1800" lang="zh-CN"/>
          </a:p>
          <a:p>
            <a:pPr lvl="0">
              <a:lnSpc>
                <a:spcPct val="150000"/>
              </a:lnSpc>
            </a:pPr>
            <a:r>
              <a:rPr altLang="en-US" b="1" sz="1800" lang="zh-CN"/>
              <a:t>实验模拟：负载功率大于太阳能电池最大输出功率</a:t>
            </a:r>
          </a:p>
        </p:txBody>
      </p:sp>
      <p:pic>
        <p:nvPicPr>
          <p:cNvPr id="2097169" name="图片 3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107950" y="3241675"/>
            <a:ext cx="4794250" cy="1662112"/>
          </a:xfrm>
          <a:prstGeom prst="rect"/>
          <a:noFill/>
          <a:ln>
            <a:noFill/>
          </a:ln>
        </p:spPr>
      </p:pic>
      <p:pic>
        <p:nvPicPr>
          <p:cNvPr id="2097170" name="图片 4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33337" y="5157787"/>
            <a:ext cx="9075738" cy="1485900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3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96" name="矩形 1"/>
          <p:cNvSpPr/>
          <p:nvPr/>
        </p:nvSpPr>
        <p:spPr>
          <a:xfrm rot="0">
            <a:off x="160337" y="188912"/>
            <a:ext cx="8983662" cy="115824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5pPr>
          </a:lstStyle>
          <a:p>
            <a:pPr lvl="0">
              <a:lnSpc>
                <a:spcPct val="150000"/>
              </a:lnSpc>
            </a:pPr>
            <a:r>
              <a:rPr altLang="en-US" b="1" lang="zh-CN">
                <a:solidFill>
                  <a:srgbClr val="FFFF00"/>
                </a:solidFill>
              </a:rPr>
              <a:t>实验内容</a:t>
            </a:r>
            <a:r>
              <a:rPr altLang="zh-CN" b="1" lang="en-US">
                <a:solidFill>
                  <a:srgbClr val="FFFF00"/>
                </a:solidFill>
              </a:rPr>
              <a:t>5</a:t>
            </a:r>
            <a:r>
              <a:rPr altLang="en-US" b="1" lang="zh-CN">
                <a:solidFill>
                  <a:srgbClr val="FFFF00"/>
                </a:solidFill>
              </a:rPr>
              <a:t>：加</a:t>
            </a:r>
            <a:r>
              <a:rPr altLang="zh-CN" b="1" lang="en-US">
                <a:solidFill>
                  <a:srgbClr val="FFFF00"/>
                </a:solidFill>
              </a:rPr>
              <a:t>DC-DC</a:t>
            </a:r>
            <a:r>
              <a:rPr altLang="en-US" b="1" lang="zh-CN">
                <a:solidFill>
                  <a:srgbClr val="FFFF00"/>
                </a:solidFill>
              </a:rPr>
              <a:t>后带负载实验（选做）</a:t>
            </a:r>
          </a:p>
          <a:p>
            <a:pPr lvl="0">
              <a:lnSpc>
                <a:spcPct val="150000"/>
              </a:lnSpc>
            </a:pPr>
            <a:r>
              <a:rPr altLang="en-US" sz="1800" lang="zh-CN"/>
              <a:t>应用情况：太阳能电池输出电压与直流负载工作电压不一致</a:t>
            </a:r>
          </a:p>
        </p:txBody>
      </p:sp>
      <p:pic>
        <p:nvPicPr>
          <p:cNvPr id="2097171" name="图片 2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217487" y="1331912"/>
            <a:ext cx="5370512" cy="1952625"/>
          </a:xfrm>
          <a:prstGeom prst="rect"/>
          <a:noFill/>
          <a:ln>
            <a:noFill/>
          </a:ln>
        </p:spPr>
      </p:pic>
      <p:sp>
        <p:nvSpPr>
          <p:cNvPr id="1048597" name="矩形 6"/>
          <p:cNvSpPr/>
          <p:nvPr/>
        </p:nvSpPr>
        <p:spPr>
          <a:xfrm rot="0">
            <a:off x="146050" y="3462337"/>
            <a:ext cx="8983662" cy="70104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5pPr>
          </a:lstStyle>
          <a:p>
            <a:pPr lvl="0">
              <a:lnSpc>
                <a:spcPct val="150000"/>
              </a:lnSpc>
            </a:pPr>
            <a:r>
              <a:rPr altLang="en-US" b="1" lang="zh-CN">
                <a:solidFill>
                  <a:srgbClr val="FFFF00"/>
                </a:solidFill>
              </a:rPr>
              <a:t>实验内容</a:t>
            </a:r>
            <a:r>
              <a:rPr altLang="zh-CN" b="1" lang="en-US">
                <a:solidFill>
                  <a:srgbClr val="FFFF00"/>
                </a:solidFill>
              </a:rPr>
              <a:t>6</a:t>
            </a:r>
            <a:r>
              <a:rPr altLang="en-US" b="1" lang="zh-CN">
                <a:solidFill>
                  <a:srgbClr val="FFFF00"/>
                </a:solidFill>
              </a:rPr>
              <a:t>：</a:t>
            </a:r>
            <a:r>
              <a:rPr altLang="zh-CN" b="1" lang="en-US">
                <a:solidFill>
                  <a:srgbClr val="FFFF00"/>
                </a:solidFill>
              </a:rPr>
              <a:t>DC-AC</a:t>
            </a:r>
            <a:r>
              <a:rPr altLang="en-US" b="1" lang="zh-CN">
                <a:solidFill>
                  <a:srgbClr val="FFFF00"/>
                </a:solidFill>
              </a:rPr>
              <a:t>逆变与交流负载实验（选做）</a:t>
            </a:r>
          </a:p>
        </p:txBody>
      </p:sp>
      <p:pic>
        <p:nvPicPr>
          <p:cNvPr id="2097172" name="图片 7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250825" y="4219575"/>
            <a:ext cx="5395912" cy="1960562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3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98" name="矩形 1"/>
          <p:cNvSpPr/>
          <p:nvPr/>
        </p:nvSpPr>
        <p:spPr>
          <a:xfrm rot="0">
            <a:off x="34925" y="620712"/>
            <a:ext cx="9109075" cy="4130041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5pPr>
          </a:lstStyle>
          <a:p>
            <a:pPr lvl="0">
              <a:lnSpc>
                <a:spcPct val="150000"/>
              </a:lnSpc>
            </a:pPr>
            <a:r>
              <a:rPr altLang="zh-CN" b="1" sz="3200" lang="en-US">
                <a:ea typeface="微软雅黑" pitchFamily="34" charset="-122"/>
              </a:rPr>
              <a:t>【</a:t>
            </a:r>
            <a:r>
              <a:rPr altLang="en-US" b="1" sz="3200" lang="zh-CN">
                <a:ea typeface="微软雅黑" pitchFamily="34" charset="-122"/>
              </a:rPr>
              <a:t>数据处理</a:t>
            </a:r>
            <a:r>
              <a:rPr altLang="zh-CN" b="1" sz="3200" lang="en-US">
                <a:ea typeface="微软雅黑" pitchFamily="34" charset="-122"/>
              </a:rPr>
              <a:t>】</a:t>
            </a:r>
            <a:r>
              <a:rPr altLang="en-US" sz="3200" lang="zh-CN">
                <a:ea typeface="微软雅黑" pitchFamily="34" charset="-122"/>
              </a:rPr>
              <a:t>（原始数据报告上作表）</a:t>
            </a:r>
          </a:p>
          <a:p>
            <a:pPr lvl="0">
              <a:lnSpc>
                <a:spcPct val="150000"/>
              </a:lnSpc>
            </a:pPr>
            <a:endParaRPr altLang="zh-CN" b="1" sz="3200" lang="en-US">
              <a:ea typeface="微软雅黑" pitchFamily="34" charset="-122"/>
            </a:endParaRPr>
          </a:p>
          <a:p>
            <a:pPr lvl="0">
              <a:lnSpc>
                <a:spcPct val="150000"/>
              </a:lnSpc>
              <a:buFont typeface="Times New Roman" pitchFamily="18" charset="0"/>
              <a:buAutoNum type="arabicPeriod" startAt="1"/>
            </a:pPr>
            <a:r>
              <a:rPr altLang="en-US" lang="zh-CN">
                <a:ea typeface="微软雅黑" pitchFamily="34" charset="-122"/>
              </a:rPr>
              <a:t>坐标纸铅笔作图（或软件作图）：太阳能电池的</a:t>
            </a:r>
            <a:r>
              <a:rPr altLang="zh-CN" lang="en-US">
                <a:ea typeface="微软雅黑" pitchFamily="34" charset="-122"/>
              </a:rPr>
              <a:t>I-V</a:t>
            </a:r>
            <a:r>
              <a:rPr altLang="en-US" lang="zh-CN">
                <a:ea typeface="微软雅黑" pitchFamily="34" charset="-122"/>
              </a:rPr>
              <a:t>曲线、</a:t>
            </a:r>
            <a:r>
              <a:rPr altLang="zh-CN" lang="en-US">
                <a:ea typeface="微软雅黑" pitchFamily="34" charset="-122"/>
              </a:rPr>
              <a:t>P-V</a:t>
            </a:r>
            <a:r>
              <a:rPr altLang="en-US" lang="zh-CN">
                <a:ea typeface="微软雅黑" pitchFamily="34" charset="-122"/>
              </a:rPr>
              <a:t>曲线；得出太阳能电池最大输出功率；分析太阳能电池输出功率特性</a:t>
            </a:r>
          </a:p>
          <a:p>
            <a:pPr lvl="0">
              <a:lnSpc>
                <a:spcPct val="150000"/>
              </a:lnSpc>
              <a:buFont typeface="Times New Roman" pitchFamily="18" charset="0"/>
              <a:buAutoNum type="arabicPeriod" startAt="1"/>
            </a:pPr>
            <a:r>
              <a:rPr altLang="en-US" lang="zh-CN">
                <a:ea typeface="微软雅黑" pitchFamily="34" charset="-122"/>
              </a:rPr>
              <a:t>分析不同遮挡方式对电池输出电流的影响</a:t>
            </a:r>
          </a:p>
          <a:p>
            <a:pPr lvl="0">
              <a:lnSpc>
                <a:spcPct val="150000"/>
              </a:lnSpc>
              <a:buFont typeface="Times New Roman" pitchFamily="18" charset="0"/>
              <a:buAutoNum type="arabicPeriod" startAt="1"/>
            </a:pPr>
            <a:r>
              <a:rPr altLang="en-US" lang="zh-CN">
                <a:ea typeface="微软雅黑" pitchFamily="34" charset="-122"/>
              </a:rPr>
              <a:t>同一坐标系里作图两种充电情况下的</a:t>
            </a:r>
            <a:r>
              <a:rPr altLang="zh-CN" lang="en-US">
                <a:ea typeface="微软雅黑" pitchFamily="34" charset="-122"/>
              </a:rPr>
              <a:t>P-t</a:t>
            </a:r>
            <a:r>
              <a:rPr altLang="en-US" lang="zh-CN">
                <a:ea typeface="微软雅黑" pitchFamily="34" charset="-122"/>
              </a:rPr>
              <a:t>曲线，对结果进行讨论</a:t>
            </a:r>
          </a:p>
        </p:txBody>
      </p:sp>
    </p:spTree>
  </p:cSld>
  <p:clrMapOvr>
    <a:masterClrMapping/>
  </p:clrMapOvr>
  <p:timing/>
</p:sld>
</file>

<file path=ppt/theme/theme1.xml><?xml version="1.0" encoding="utf-8"?>
<a:theme xmlns:a="http://schemas.openxmlformats.org/drawingml/2006/main" name="Office 主题">
  <a:themeElements>
    <a:clrScheme name="Default Color Scheme">
      <a:dk1>
        <a:srgbClr val="FFFFFF"/>
      </a:dk1>
      <a:lt1>
        <a:srgbClr val="000099"/>
      </a:lt1>
      <a:dk2>
        <a:srgbClr val="808080"/>
      </a:dk2>
      <a:lt2>
        <a:srgbClr val="000000"/>
      </a:lt2>
      <a:accent1>
        <a:srgbClr val="00CC99"/>
      </a:accent1>
      <a:accent2>
        <a:srgbClr val="00CCFF"/>
      </a:accent2>
      <a:accent3>
        <a:srgbClr val="AAAACA"/>
      </a:accent3>
      <a:accent4>
        <a:srgbClr val="DCDCDC"/>
      </a:accent4>
      <a:accent5>
        <a:srgbClr val="AAE2CA"/>
      </a:accent5>
      <a:accent6>
        <a:srgbClr val="00B7E5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Default Color Scheme 1">
        <a:dk1>
          <a:srgbClr val="000000"/>
        </a:dk1>
        <a:lt1>
          <a:srgbClr val="FFFFFF"/>
        </a:lt1>
        <a:dk2>
          <a:srgbClr val="808080"/>
        </a:dk2>
        <a:lt2>
          <a:srgbClr val="00000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</a:extraClrScheme>
    <a:extraClrScheme>
      <a:clrScheme name="Default Color Scheme 2">
        <a:dk1>
          <a:srgbClr val="FFFFFF"/>
        </a:dk1>
        <a:lt1>
          <a:srgbClr val="0000FF"/>
        </a:lt1>
        <a:dk2>
          <a:srgbClr val="000000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</a:extraClrScheme>
    <a:extraClrScheme>
      <a:clrScheme name="Default Color Scheme 3">
        <a:dk1>
          <a:srgbClr val="000000"/>
        </a:dk1>
        <a:lt1>
          <a:srgbClr val="FFFFCC"/>
        </a:lt1>
        <a:dk2>
          <a:srgbClr val="6666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</a:extraClrScheme>
    <a:extraClrScheme>
      <a:clrScheme name="Default Color Scheme 4">
        <a:dk1>
          <a:srgbClr val="000000"/>
        </a:dk1>
        <a:lt1>
          <a:srgbClr val="FFFFFF"/>
        </a:lt1>
        <a:dk2>
          <a:srgbClr val="333333"/>
        </a:dk2>
        <a:lt2>
          <a:srgbClr val="000000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</a:extraClrScheme>
    <a:extraClrScheme>
      <a:clrScheme name="Default Color Scheme 5">
        <a:dk1>
          <a:srgbClr val="000000"/>
        </a:dk1>
        <a:lt1>
          <a:srgbClr val="FFFFFF"/>
        </a:lt1>
        <a:dk2>
          <a:srgbClr val="808080"/>
        </a:dk2>
        <a:lt2>
          <a:srgbClr val="00000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</a:extraClrScheme>
    <a:extraClrScheme>
      <a:clrScheme name="Default Color Scheme 6">
        <a:dk1>
          <a:srgbClr val="000000"/>
        </a:dk1>
        <a:lt1>
          <a:srgbClr val="FFFFFF"/>
        </a:lt1>
        <a:dk2>
          <a:srgbClr val="808080"/>
        </a:dk2>
        <a:lt2>
          <a:srgbClr val="00000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</a:extraClrScheme>
    <a:extraClrScheme>
      <a:clrScheme name="Default Color Scheme 7">
        <a:dk1>
          <a:srgbClr val="000000"/>
        </a:dk1>
        <a:lt1>
          <a:srgbClr val="FFFFFF"/>
        </a:lt1>
        <a:dk2>
          <a:srgbClr val="808080"/>
        </a:dk2>
        <a:lt2>
          <a:srgbClr val="00000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808080"/>
      </a:dk2>
      <a:lt2>
        <a:srgbClr val="00000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4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ScaleCrop>0</ScaleCrop>
  <LinksUpToDate>0</LinksUpToDat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Slide 1</dc:title>
  <dc:creator>dxlu</dc:creator>
  <cp:lastModifiedBy>Administrator</cp:lastModifiedBy>
  <dcterms:created xsi:type="dcterms:W3CDTF">2010-06-30T11:54:41Z</dcterms:created>
  <dcterms:modified xsi:type="dcterms:W3CDTF">2025-10-27T10:04:20Z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9a50d711a2264a03813f3de5bf684dd3_23</vt:lpwstr>
  </property>
</Properties>
</file>